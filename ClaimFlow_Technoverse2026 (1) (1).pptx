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21" r:id="rId4"/>
    <p:sldMasterId id="2147483941" r:id="rId5"/>
  </p:sldMasterIdLst>
  <p:notesMasterIdLst>
    <p:notesMasterId r:id="rId14"/>
  </p:notesMasterIdLst>
  <p:handoutMasterIdLst>
    <p:handoutMasterId r:id="rId15"/>
  </p:handoutMasterIdLst>
  <p:sldIdLst>
    <p:sldId id="2147479510" r:id="rId6"/>
    <p:sldId id="2147478866" r:id="rId7"/>
    <p:sldId id="2147478862" r:id="rId8"/>
    <p:sldId id="2147478861" r:id="rId9"/>
    <p:sldId id="2147478864" r:id="rId10"/>
    <p:sldId id="2147479513" r:id="rId11"/>
    <p:sldId id="2147478840" r:id="rId12"/>
    <p:sldId id="214747951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4" userDrawn="1">
          <p15:clr>
            <a:srgbClr val="A4A3A4"/>
          </p15:clr>
        </p15:guide>
        <p15:guide id="2" orient="horz" pos="3480" userDrawn="1">
          <p15:clr>
            <a:srgbClr val="A4A3A4"/>
          </p15:clr>
        </p15:guide>
        <p15:guide id="3" orient="horz" pos="1968" userDrawn="1">
          <p15:clr>
            <a:srgbClr val="A4A3A4"/>
          </p15:clr>
        </p15:guide>
        <p15:guide id="4"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0FE45A-7076-C060-3926-02C230FFCD7B}" name="Gartner, David (Cognizant)" initials="GD(" userId="S::930056@cognizant.com::31109c44-657a-4c1f-917c-0cd2083250d2" providerId="AD"/>
  <p188:author id="{8A5BD095-9E65-7BE9-45FB-30FB8BB32066}" name="U V, Suma (Cognizant)" initials="UVS(" userId="S::130507@cognizant.com::4f7947b8-3b59-458a-ab0c-e8875a4c651f" providerId="AD"/>
  <p188:author id="{99F93FB6-C18C-5FBA-5487-DBE9A471B604}" name="Jennifer Kelly" initials="JK" userId="c+VufwqJC72uMbGB6Qy3ESl4lWVfVYW4DP6fjOUmpX4=" providerId="None"/>
  <p188:author id="{AFF83BBF-8DC2-56B1-7D97-F4B62A6558D1}" name="Holsinger, Sophie (Contractor)" initials="H(" userId="qSv0elhcSqVZ6Und2jvxKda9UaW6eolhxm7dQQjF6aw=" providerId="None"/>
  <p188:author id="{0DF45BD4-5C8A-2E2D-FEE5-54A7402B3C0A}" name="Michelle Loeb" initials="ML" userId="y5thoKV0uDjaThbJPgxbMhWQvDJapLNicr5yuEWdci8=" providerId="None"/>
  <p188:author id="{561DB6D9-3341-C508-291F-4E7B425C4BEE}" name="La Cascia, Lynne (Cognizant)" initials="L(" userId="XzsV+nJzGmSCzj+6LOZ0MUrq7QBF9d0P2TCBTjMm7P4="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ikki Feuerstein" initials="RF" lastIdx="118" clrIdx="0">
    <p:extLst>
      <p:ext uri="{19B8F6BF-5375-455C-9EA6-DF929625EA0E}">
        <p15:presenceInfo xmlns:p15="http://schemas.microsoft.com/office/powerpoint/2012/main" userId="9696b6c1086d6638" providerId="Windows Live"/>
      </p:ext>
    </p:extLst>
  </p:cmAuthor>
  <p:cmAuthor id="2" name="Alex DiMaio" initials="AD" lastIdx="327" clrIdx="1">
    <p:extLst>
      <p:ext uri="{19B8F6BF-5375-455C-9EA6-DF929625EA0E}">
        <p15:presenceInfo xmlns:p15="http://schemas.microsoft.com/office/powerpoint/2012/main" userId="S::adimaio@tenetpartner.onmicrosoft.com::b1481f74-343d-4e6b-b114-ca2ded61f9f6" providerId="AD"/>
      </p:ext>
    </p:extLst>
  </p:cmAuthor>
  <p:cmAuthor id="3" name="Microsoft Office User" initials="MOU" lastIdx="4" clrIdx="2"/>
  <p:cmAuthor id="4" name="Gartner, David (Cognizant)" initials="GD(" lastIdx="61" clrIdx="3">
    <p:extLst>
      <p:ext uri="{19B8F6BF-5375-455C-9EA6-DF929625EA0E}">
        <p15:presenceInfo xmlns:p15="http://schemas.microsoft.com/office/powerpoint/2012/main" userId="S::930056@cognizant.com::31109c44-657a-4c1f-917c-0cd2083250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48"/>
    <a:srgbClr val="05819B"/>
    <a:srgbClr val="0ED1D3"/>
    <a:srgbClr val="E2FDFE"/>
    <a:srgbClr val="26EFE9"/>
    <a:srgbClr val="23ECE7"/>
    <a:srgbClr val="1EE5E2"/>
    <a:srgbClr val="19DEDD"/>
    <a:srgbClr val="16DBDB"/>
    <a:srgbClr val="13D8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AF47B0-6D3A-47B7-B973-60B50A6D1901}" v="2" dt="2026-04-30T09:15:23.7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43"/>
      </p:cViewPr>
      <p:guideLst>
        <p:guide orient="horz" pos="1584"/>
        <p:guide orient="horz" pos="3480"/>
        <p:guide orient="horz" pos="196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23" Type="http://schemas.microsoft.com/office/2018/10/relationships/authors" Target="authors.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ajani, Shilpa (Cognizant)" userId="62aaff1f-caee-40e5-96dc-190d037703a8" providerId="ADAL" clId="{430B2AE5-3B0C-4108-BD7A-4936B4CC4D4B}"/>
    <pc:docChg chg="undo custSel addSld delSld modSld">
      <pc:chgData name="Mahajani, Shilpa (Cognizant)" userId="62aaff1f-caee-40e5-96dc-190d037703a8" providerId="ADAL" clId="{430B2AE5-3B0C-4108-BD7A-4936B4CC4D4B}" dt="2026-04-30T09:31:21.380" v="350" actId="6549"/>
      <pc:docMkLst>
        <pc:docMk/>
      </pc:docMkLst>
      <pc:sldChg chg="addSp modSp mod">
        <pc:chgData name="Mahajani, Shilpa (Cognizant)" userId="62aaff1f-caee-40e5-96dc-190d037703a8" providerId="ADAL" clId="{430B2AE5-3B0C-4108-BD7A-4936B4CC4D4B}" dt="2026-04-30T09:17:54.656" v="273" actId="20577"/>
        <pc:sldMkLst>
          <pc:docMk/>
          <pc:sldMk cId="1692409699" sldId="2147478840"/>
        </pc:sldMkLst>
        <pc:spChg chg="mod">
          <ac:chgData name="Mahajani, Shilpa (Cognizant)" userId="62aaff1f-caee-40e5-96dc-190d037703a8" providerId="ADAL" clId="{430B2AE5-3B0C-4108-BD7A-4936B4CC4D4B}" dt="2026-04-30T09:15:11.964" v="62" actId="20577"/>
          <ac:spMkLst>
            <pc:docMk/>
            <pc:sldMk cId="1692409699" sldId="2147478840"/>
            <ac:spMk id="2" creationId="{9AEF96AF-1BDE-CA50-83C7-1B179E095FE4}"/>
          </ac:spMkLst>
        </pc:spChg>
        <pc:spChg chg="add mod">
          <ac:chgData name="Mahajani, Shilpa (Cognizant)" userId="62aaff1f-caee-40e5-96dc-190d037703a8" providerId="ADAL" clId="{430B2AE5-3B0C-4108-BD7A-4936B4CC4D4B}" dt="2026-04-30T09:17:54.656" v="273" actId="20577"/>
          <ac:spMkLst>
            <pc:docMk/>
            <pc:sldMk cId="1692409699" sldId="2147478840"/>
            <ac:spMk id="5" creationId="{E5BFA9A4-82DF-CA0C-6363-02CC5EABC328}"/>
          </ac:spMkLst>
        </pc:spChg>
      </pc:sldChg>
      <pc:sldChg chg="modSp mod">
        <pc:chgData name="Mahajani, Shilpa (Cognizant)" userId="62aaff1f-caee-40e5-96dc-190d037703a8" providerId="ADAL" clId="{430B2AE5-3B0C-4108-BD7A-4936B4CC4D4B}" dt="2026-04-30T09:19:18.600" v="334" actId="5793"/>
        <pc:sldMkLst>
          <pc:docMk/>
          <pc:sldMk cId="1621771122" sldId="2147478868"/>
        </pc:sldMkLst>
        <pc:spChg chg="mod">
          <ac:chgData name="Mahajani, Shilpa (Cognizant)" userId="62aaff1f-caee-40e5-96dc-190d037703a8" providerId="ADAL" clId="{430B2AE5-3B0C-4108-BD7A-4936B4CC4D4B}" dt="2026-04-30T09:19:18.600" v="334" actId="5793"/>
          <ac:spMkLst>
            <pc:docMk/>
            <pc:sldMk cId="1621771122" sldId="2147478868"/>
            <ac:spMk id="3" creationId="{B9D3E6B1-B08F-36CE-AA34-D14644CDA9DB}"/>
          </ac:spMkLst>
        </pc:spChg>
        <pc:graphicFrameChg chg="modGraphic">
          <ac:chgData name="Mahajani, Shilpa (Cognizant)" userId="62aaff1f-caee-40e5-96dc-190d037703a8" providerId="ADAL" clId="{430B2AE5-3B0C-4108-BD7A-4936B4CC4D4B}" dt="2026-04-30T03:23:24.296" v="1" actId="6549"/>
          <ac:graphicFrameMkLst>
            <pc:docMk/>
            <pc:sldMk cId="1621771122" sldId="2147478868"/>
            <ac:graphicFrameMk id="2" creationId="{CABFBCDB-6D14-DFB5-9953-30A1A07148A6}"/>
          </ac:graphicFrameMkLst>
        </pc:graphicFrameChg>
      </pc:sldChg>
      <pc:sldChg chg="modSp mod">
        <pc:chgData name="Mahajani, Shilpa (Cognizant)" userId="62aaff1f-caee-40e5-96dc-190d037703a8" providerId="ADAL" clId="{430B2AE5-3B0C-4108-BD7A-4936B4CC4D4B}" dt="2026-04-30T09:31:21.380" v="350" actId="6549"/>
        <pc:sldMkLst>
          <pc:docMk/>
          <pc:sldMk cId="4049997883" sldId="2147479510"/>
        </pc:sldMkLst>
        <pc:spChg chg="mod">
          <ac:chgData name="Mahajani, Shilpa (Cognizant)" userId="62aaff1f-caee-40e5-96dc-190d037703a8" providerId="ADAL" clId="{430B2AE5-3B0C-4108-BD7A-4936B4CC4D4B}" dt="2026-04-30T09:31:21.380" v="350" actId="6549"/>
          <ac:spMkLst>
            <pc:docMk/>
            <pc:sldMk cId="4049997883" sldId="2147479510"/>
            <ac:spMk id="2" creationId="{8FCC2E60-57B6-1161-2BEC-AEB5B3562B80}"/>
          </ac:spMkLst>
        </pc:spChg>
        <pc:spChg chg="mod">
          <ac:chgData name="Mahajani, Shilpa (Cognizant)" userId="62aaff1f-caee-40e5-96dc-190d037703a8" providerId="ADAL" clId="{430B2AE5-3B0C-4108-BD7A-4936B4CC4D4B}" dt="2026-04-30T09:12:19.500" v="22" actId="20577"/>
          <ac:spMkLst>
            <pc:docMk/>
            <pc:sldMk cId="4049997883" sldId="2147479510"/>
            <ac:spMk id="3" creationId="{C05D5327-9268-AC36-16BC-D3D4B4F25D4B}"/>
          </ac:spMkLst>
        </pc:spChg>
      </pc:sldChg>
      <pc:sldChg chg="add del">
        <pc:chgData name="Mahajani, Shilpa (Cognizant)" userId="62aaff1f-caee-40e5-96dc-190d037703a8" providerId="ADAL" clId="{430B2AE5-3B0C-4108-BD7A-4936B4CC4D4B}" dt="2026-04-30T09:14:31.433" v="25" actId="47"/>
        <pc:sldMkLst>
          <pc:docMk/>
          <pc:sldMk cId="2217424851" sldId="2147479511"/>
        </pc:sldMkLst>
      </pc:sldChg>
      <pc:sldChg chg="add">
        <pc:chgData name="Mahajani, Shilpa (Cognizant)" userId="62aaff1f-caee-40e5-96dc-190d037703a8" providerId="ADAL" clId="{430B2AE5-3B0C-4108-BD7A-4936B4CC4D4B}" dt="2026-04-30T09:14:27.875" v="24" actId="2890"/>
        <pc:sldMkLst>
          <pc:docMk/>
          <pc:sldMk cId="414849008" sldId="2147479512"/>
        </pc:sldMkLst>
      </pc:sldChg>
    </pc:docChg>
  </pc:docChgLst>
  <pc:docChgLst>
    <pc:chgData name="Manne, Divya (Cognizant)" userId="60e18ec0-6c07-4a7f-a379-fd70960fca06" providerId="ADAL" clId="{6A5B17D5-BAE1-4AD9-A33B-721F75746DF0}"/>
    <pc:docChg chg="undo custSel addSld delSld modSld sldOrd modMainMaster">
      <pc:chgData name="Manne, Divya (Cognizant)" userId="60e18ec0-6c07-4a7f-a379-fd70960fca06" providerId="ADAL" clId="{6A5B17D5-BAE1-4AD9-A33B-721F75746DF0}" dt="2026-04-28T13:43:00.504" v="820" actId="20577"/>
      <pc:docMkLst>
        <pc:docMk/>
      </pc:docMkLst>
      <pc:sldChg chg="modSp mod">
        <pc:chgData name="Manne, Divya (Cognizant)" userId="60e18ec0-6c07-4a7f-a379-fd70960fca06" providerId="ADAL" clId="{6A5B17D5-BAE1-4AD9-A33B-721F75746DF0}" dt="2026-04-28T13:33:03.574" v="769" actId="20577"/>
        <pc:sldMkLst>
          <pc:docMk/>
          <pc:sldMk cId="1692409699" sldId="2147478840"/>
        </pc:sldMkLst>
        <pc:spChg chg="mod">
          <ac:chgData name="Manne, Divya (Cognizant)" userId="60e18ec0-6c07-4a7f-a379-fd70960fca06" providerId="ADAL" clId="{6A5B17D5-BAE1-4AD9-A33B-721F75746DF0}" dt="2026-04-28T13:33:03.574" v="769" actId="20577"/>
          <ac:spMkLst>
            <pc:docMk/>
            <pc:sldMk cId="1692409699" sldId="2147478840"/>
            <ac:spMk id="3" creationId="{16E02A26-20BE-A868-1EF4-0D5B5AD7DAE4}"/>
          </ac:spMkLst>
        </pc:spChg>
      </pc:sldChg>
      <pc:sldChg chg="modSp mod">
        <pc:chgData name="Manne, Divya (Cognizant)" userId="60e18ec0-6c07-4a7f-a379-fd70960fca06" providerId="ADAL" clId="{6A5B17D5-BAE1-4AD9-A33B-721F75746DF0}" dt="2026-04-28T13:42:55.418" v="818" actId="6549"/>
        <pc:sldMkLst>
          <pc:docMk/>
          <pc:sldMk cId="509997513" sldId="2147478861"/>
        </pc:sldMkLst>
        <pc:spChg chg="mod">
          <ac:chgData name="Manne, Divya (Cognizant)" userId="60e18ec0-6c07-4a7f-a379-fd70960fca06" providerId="ADAL" clId="{6A5B17D5-BAE1-4AD9-A33B-721F75746DF0}" dt="2026-04-28T13:42:55.418" v="818" actId="6549"/>
          <ac:spMkLst>
            <pc:docMk/>
            <pc:sldMk cId="509997513" sldId="2147478861"/>
            <ac:spMk id="4" creationId="{B4F5D635-C241-439F-EEBB-4A22AD40DB38}"/>
          </ac:spMkLst>
        </pc:spChg>
        <pc:spChg chg="mod">
          <ac:chgData name="Manne, Divya (Cognizant)" userId="60e18ec0-6c07-4a7f-a379-fd70960fca06" providerId="ADAL" clId="{6A5B17D5-BAE1-4AD9-A33B-721F75746DF0}" dt="2026-04-28T13:12:46.915" v="350" actId="20577"/>
          <ac:spMkLst>
            <pc:docMk/>
            <pc:sldMk cId="509997513" sldId="2147478861"/>
            <ac:spMk id="5" creationId="{4467C894-31FD-77B9-DD8C-EDB961BCFBDC}"/>
          </ac:spMkLst>
        </pc:spChg>
        <pc:spChg chg="mod">
          <ac:chgData name="Manne, Divya (Cognizant)" userId="60e18ec0-6c07-4a7f-a379-fd70960fca06" providerId="ADAL" clId="{6A5B17D5-BAE1-4AD9-A33B-721F75746DF0}" dt="2026-04-28T13:25:26.333" v="691" actId="20577"/>
          <ac:spMkLst>
            <pc:docMk/>
            <pc:sldMk cId="509997513" sldId="2147478861"/>
            <ac:spMk id="6" creationId="{EA4A1186-2DC0-71F3-F90D-A7CEECC535A5}"/>
          </ac:spMkLst>
        </pc:spChg>
      </pc:sldChg>
      <pc:sldChg chg="modSp mod ord">
        <pc:chgData name="Manne, Divya (Cognizant)" userId="60e18ec0-6c07-4a7f-a379-fd70960fca06" providerId="ADAL" clId="{6A5B17D5-BAE1-4AD9-A33B-721F75746DF0}" dt="2026-04-28T13:42:51.059" v="817" actId="20577"/>
        <pc:sldMkLst>
          <pc:docMk/>
          <pc:sldMk cId="1810024183" sldId="2147478862"/>
        </pc:sldMkLst>
        <pc:spChg chg="mod">
          <ac:chgData name="Manne, Divya (Cognizant)" userId="60e18ec0-6c07-4a7f-a379-fd70960fca06" providerId="ADAL" clId="{6A5B17D5-BAE1-4AD9-A33B-721F75746DF0}" dt="2026-04-28T13:42:51.059" v="817" actId="20577"/>
          <ac:spMkLst>
            <pc:docMk/>
            <pc:sldMk cId="1810024183" sldId="2147478862"/>
            <ac:spMk id="4" creationId="{59F17DB3-EA65-1A10-EB44-623354548EE5}"/>
          </ac:spMkLst>
        </pc:spChg>
        <pc:spChg chg="mod">
          <ac:chgData name="Manne, Divya (Cognizant)" userId="60e18ec0-6c07-4a7f-a379-fd70960fca06" providerId="ADAL" clId="{6A5B17D5-BAE1-4AD9-A33B-721F75746DF0}" dt="2026-04-28T13:37:11.071" v="791" actId="14100"/>
          <ac:spMkLst>
            <pc:docMk/>
            <pc:sldMk cId="1810024183" sldId="2147478862"/>
            <ac:spMk id="5" creationId="{525EBED6-B2DB-B91B-284D-B232A7F40575}"/>
          </ac:spMkLst>
        </pc:spChg>
        <pc:spChg chg="mod">
          <ac:chgData name="Manne, Divya (Cognizant)" userId="60e18ec0-6c07-4a7f-a379-fd70960fca06" providerId="ADAL" clId="{6A5B17D5-BAE1-4AD9-A33B-721F75746DF0}" dt="2026-04-28T13:36:44.391" v="789" actId="1035"/>
          <ac:spMkLst>
            <pc:docMk/>
            <pc:sldMk cId="1810024183" sldId="2147478862"/>
            <ac:spMk id="6" creationId="{F293E2CD-A5B9-36EA-2CDA-4A9098BC00B6}"/>
          </ac:spMkLst>
        </pc:spChg>
        <pc:spChg chg="mod">
          <ac:chgData name="Manne, Divya (Cognizant)" userId="60e18ec0-6c07-4a7f-a379-fd70960fca06" providerId="ADAL" clId="{6A5B17D5-BAE1-4AD9-A33B-721F75746DF0}" dt="2026-04-28T13:26:48.338" v="701" actId="20577"/>
          <ac:spMkLst>
            <pc:docMk/>
            <pc:sldMk cId="1810024183" sldId="2147478862"/>
            <ac:spMk id="9" creationId="{65185B65-BFBE-8996-BFCB-A93D2E21224C}"/>
          </ac:spMkLst>
        </pc:spChg>
        <pc:spChg chg="mod">
          <ac:chgData name="Manne, Divya (Cognizant)" userId="60e18ec0-6c07-4a7f-a379-fd70960fca06" providerId="ADAL" clId="{6A5B17D5-BAE1-4AD9-A33B-721F75746DF0}" dt="2026-04-28T13:36:06.967" v="787" actId="1038"/>
          <ac:spMkLst>
            <pc:docMk/>
            <pc:sldMk cId="1810024183" sldId="2147478862"/>
            <ac:spMk id="11" creationId="{EA194955-6208-156E-96F5-58AEA47DF8BA}"/>
          </ac:spMkLst>
        </pc:spChg>
      </pc:sldChg>
      <pc:sldChg chg="modSp mod">
        <pc:chgData name="Manne, Divya (Cognizant)" userId="60e18ec0-6c07-4a7f-a379-fd70960fca06" providerId="ADAL" clId="{6A5B17D5-BAE1-4AD9-A33B-721F75746DF0}" dt="2026-04-28T13:43:00.504" v="820" actId="20577"/>
        <pc:sldMkLst>
          <pc:docMk/>
          <pc:sldMk cId="442285154" sldId="2147478864"/>
        </pc:sldMkLst>
        <pc:spChg chg="mod">
          <ac:chgData name="Manne, Divya (Cognizant)" userId="60e18ec0-6c07-4a7f-a379-fd70960fca06" providerId="ADAL" clId="{6A5B17D5-BAE1-4AD9-A33B-721F75746DF0}" dt="2026-04-28T13:43:00.504" v="820" actId="20577"/>
          <ac:spMkLst>
            <pc:docMk/>
            <pc:sldMk cId="442285154" sldId="2147478864"/>
            <ac:spMk id="4" creationId="{F3159DA6-B2BF-8792-AD1F-23DAFC8914D2}"/>
          </ac:spMkLst>
        </pc:spChg>
        <pc:spChg chg="mod">
          <ac:chgData name="Manne, Divya (Cognizant)" userId="60e18ec0-6c07-4a7f-a379-fd70960fca06" providerId="ADAL" clId="{6A5B17D5-BAE1-4AD9-A33B-721F75746DF0}" dt="2026-04-28T13:26:56.521" v="705" actId="20577"/>
          <ac:spMkLst>
            <pc:docMk/>
            <pc:sldMk cId="442285154" sldId="2147478864"/>
            <ac:spMk id="5" creationId="{4714BA1E-65C7-7C9C-3F08-0D0484356266}"/>
          </ac:spMkLst>
        </pc:spChg>
        <pc:spChg chg="mod">
          <ac:chgData name="Manne, Divya (Cognizant)" userId="60e18ec0-6c07-4a7f-a379-fd70960fca06" providerId="ADAL" clId="{6A5B17D5-BAE1-4AD9-A33B-721F75746DF0}" dt="2026-04-28T13:21:37.071" v="562" actId="6549"/>
          <ac:spMkLst>
            <pc:docMk/>
            <pc:sldMk cId="442285154" sldId="2147478864"/>
            <ac:spMk id="6" creationId="{36AB9FD5-0256-0FA8-A120-BB544705251D}"/>
          </ac:spMkLst>
        </pc:spChg>
        <pc:spChg chg="mod">
          <ac:chgData name="Manne, Divya (Cognizant)" userId="60e18ec0-6c07-4a7f-a379-fd70960fca06" providerId="ADAL" clId="{6A5B17D5-BAE1-4AD9-A33B-721F75746DF0}" dt="2026-04-28T13:21:46.176" v="575" actId="20577"/>
          <ac:spMkLst>
            <pc:docMk/>
            <pc:sldMk cId="442285154" sldId="2147478864"/>
            <ac:spMk id="9" creationId="{5CF91496-85DD-D02F-082E-D49F7DFA647E}"/>
          </ac:spMkLst>
        </pc:spChg>
        <pc:spChg chg="mod">
          <ac:chgData name="Manne, Divya (Cognizant)" userId="60e18ec0-6c07-4a7f-a379-fd70960fca06" providerId="ADAL" clId="{6A5B17D5-BAE1-4AD9-A33B-721F75746DF0}" dt="2026-04-28T13:22:34.661" v="639" actId="20577"/>
          <ac:spMkLst>
            <pc:docMk/>
            <pc:sldMk cId="442285154" sldId="2147478864"/>
            <ac:spMk id="11" creationId="{FA7FA394-9C18-5BA5-A7E4-5BC0E1FA68C8}"/>
          </ac:spMkLst>
        </pc:spChg>
      </pc:sldChg>
      <pc:sldChg chg="delSp modSp mod">
        <pc:chgData name="Manne, Divya (Cognizant)" userId="60e18ec0-6c07-4a7f-a379-fd70960fca06" providerId="ADAL" clId="{6A5B17D5-BAE1-4AD9-A33B-721F75746DF0}" dt="2026-04-28T13:42:45.599" v="815" actId="6549"/>
        <pc:sldMkLst>
          <pc:docMk/>
          <pc:sldMk cId="1988725249" sldId="2147478866"/>
        </pc:sldMkLst>
        <pc:spChg chg="mod">
          <ac:chgData name="Manne, Divya (Cognizant)" userId="60e18ec0-6c07-4a7f-a379-fd70960fca06" providerId="ADAL" clId="{6A5B17D5-BAE1-4AD9-A33B-721F75746DF0}" dt="2026-04-28T13:42:45.599" v="815" actId="6549"/>
          <ac:spMkLst>
            <pc:docMk/>
            <pc:sldMk cId="1988725249" sldId="2147478866"/>
            <ac:spMk id="4" creationId="{7B6DD68C-8495-5A60-1BE1-C5F37EFBDA36}"/>
          </ac:spMkLst>
        </pc:spChg>
        <pc:spChg chg="mod">
          <ac:chgData name="Manne, Divya (Cognizant)" userId="60e18ec0-6c07-4a7f-a379-fd70960fca06" providerId="ADAL" clId="{6A5B17D5-BAE1-4AD9-A33B-721F75746DF0}" dt="2026-04-28T13:10:15.626" v="211" actId="20577"/>
          <ac:spMkLst>
            <pc:docMk/>
            <pc:sldMk cId="1988725249" sldId="2147478866"/>
            <ac:spMk id="5" creationId="{1144D771-232B-BF8B-99CB-FE62206D01F0}"/>
          </ac:spMkLst>
        </pc:spChg>
        <pc:spChg chg="mod">
          <ac:chgData name="Manne, Divya (Cognizant)" userId="60e18ec0-6c07-4a7f-a379-fd70960fca06" providerId="ADAL" clId="{6A5B17D5-BAE1-4AD9-A33B-721F75746DF0}" dt="2026-04-28T13:11:51.961" v="294" actId="20577"/>
          <ac:spMkLst>
            <pc:docMk/>
            <pc:sldMk cId="1988725249" sldId="2147478866"/>
            <ac:spMk id="6" creationId="{84C65C9D-AA15-5E74-6D9B-F3AD0A55B29C}"/>
          </ac:spMkLst>
        </pc:spChg>
        <pc:spChg chg="mod">
          <ac:chgData name="Manne, Divya (Cognizant)" userId="60e18ec0-6c07-4a7f-a379-fd70960fca06" providerId="ADAL" clId="{6A5B17D5-BAE1-4AD9-A33B-721F75746DF0}" dt="2026-04-28T13:12:07.741" v="314" actId="20577"/>
          <ac:spMkLst>
            <pc:docMk/>
            <pc:sldMk cId="1988725249" sldId="2147478866"/>
            <ac:spMk id="9" creationId="{EDC63FB0-4F2F-5940-C47A-29942B42D70B}"/>
          </ac:spMkLst>
        </pc:spChg>
        <pc:spChg chg="mod">
          <ac:chgData name="Manne, Divya (Cognizant)" userId="60e18ec0-6c07-4a7f-a379-fd70960fca06" providerId="ADAL" clId="{6A5B17D5-BAE1-4AD9-A33B-721F75746DF0}" dt="2026-04-28T13:32:20.501" v="765" actId="6549"/>
          <ac:spMkLst>
            <pc:docMk/>
            <pc:sldMk cId="1988725249" sldId="2147478866"/>
            <ac:spMk id="11" creationId="{F1CEA55F-2FE1-D4B5-990B-70972475C51F}"/>
          </ac:spMkLst>
        </pc:spChg>
      </pc:sldChg>
      <pc:sldChg chg="addSp delSp modSp mod ord">
        <pc:chgData name="Manne, Divya (Cognizant)" userId="60e18ec0-6c07-4a7f-a379-fd70960fca06" providerId="ADAL" clId="{6A5B17D5-BAE1-4AD9-A33B-721F75746DF0}" dt="2026-04-28T13:31:18.971" v="749" actId="20577"/>
        <pc:sldMkLst>
          <pc:docMk/>
          <pc:sldMk cId="1621771122" sldId="2147478868"/>
        </pc:sldMkLst>
        <pc:spChg chg="mod">
          <ac:chgData name="Manne, Divya (Cognizant)" userId="60e18ec0-6c07-4a7f-a379-fd70960fca06" providerId="ADAL" clId="{6A5B17D5-BAE1-4AD9-A33B-721F75746DF0}" dt="2026-04-28T13:27:13.828" v="717" actId="20577"/>
          <ac:spMkLst>
            <pc:docMk/>
            <pc:sldMk cId="1621771122" sldId="2147478868"/>
            <ac:spMk id="3" creationId="{B9D3E6B1-B08F-36CE-AA34-D14644CDA9DB}"/>
          </ac:spMkLst>
        </pc:spChg>
        <pc:spChg chg="mod">
          <ac:chgData name="Manne, Divya (Cognizant)" userId="60e18ec0-6c07-4a7f-a379-fd70960fca06" providerId="ADAL" clId="{6A5B17D5-BAE1-4AD9-A33B-721F75746DF0}" dt="2026-04-28T13:31:18.971" v="749" actId="20577"/>
          <ac:spMkLst>
            <pc:docMk/>
            <pc:sldMk cId="1621771122" sldId="2147478868"/>
            <ac:spMk id="4" creationId="{E54BC9E1-D819-BF58-D372-E1E469B82831}"/>
          </ac:spMkLst>
        </pc:spChg>
        <pc:graphicFrameChg chg="add mod modGraphic">
          <ac:chgData name="Manne, Divya (Cognizant)" userId="60e18ec0-6c07-4a7f-a379-fd70960fca06" providerId="ADAL" clId="{6A5B17D5-BAE1-4AD9-A33B-721F75746DF0}" dt="2026-04-28T13:31:10.231" v="747" actId="113"/>
          <ac:graphicFrameMkLst>
            <pc:docMk/>
            <pc:sldMk cId="1621771122" sldId="2147478868"/>
            <ac:graphicFrameMk id="2" creationId="{CABFBCDB-6D14-DFB5-9953-30A1A07148A6}"/>
          </ac:graphicFrameMkLst>
        </pc:graphicFrameChg>
      </pc:sldChg>
      <pc:sldChg chg="modSp add mod">
        <pc:chgData name="Manne, Divya (Cognizant)" userId="60e18ec0-6c07-4a7f-a379-fd70960fca06" providerId="ADAL" clId="{6A5B17D5-BAE1-4AD9-A33B-721F75746DF0}" dt="2026-04-28T12:39:09.500" v="188" actId="255"/>
        <pc:sldMkLst>
          <pc:docMk/>
          <pc:sldMk cId="4049997883" sldId="2147479510"/>
        </pc:sldMkLst>
        <pc:spChg chg="mod">
          <ac:chgData name="Manne, Divya (Cognizant)" userId="60e18ec0-6c07-4a7f-a379-fd70960fca06" providerId="ADAL" clId="{6A5B17D5-BAE1-4AD9-A33B-721F75746DF0}" dt="2026-04-28T12:39:09.500" v="188" actId="255"/>
          <ac:spMkLst>
            <pc:docMk/>
            <pc:sldMk cId="4049997883" sldId="2147479510"/>
            <ac:spMk id="2" creationId="{8FCC2E60-57B6-1161-2BEC-AEB5B3562B80}"/>
          </ac:spMkLst>
        </pc:spChg>
        <pc:spChg chg="mod">
          <ac:chgData name="Manne, Divya (Cognizant)" userId="60e18ec0-6c07-4a7f-a379-fd70960fca06" providerId="ADAL" clId="{6A5B17D5-BAE1-4AD9-A33B-721F75746DF0}" dt="2026-04-28T12:38:29.525" v="158" actId="20577"/>
          <ac:spMkLst>
            <pc:docMk/>
            <pc:sldMk cId="4049997883" sldId="2147479510"/>
            <ac:spMk id="3" creationId="{C05D5327-9268-AC36-16BC-D3D4B4F25D4B}"/>
          </ac:spMkLst>
        </pc:spChg>
      </pc:sldChg>
      <pc:sldMasterChg chg="modSldLayout">
        <pc:chgData name="Manne, Divya (Cognizant)" userId="60e18ec0-6c07-4a7f-a379-fd70960fca06" providerId="ADAL" clId="{6A5B17D5-BAE1-4AD9-A33B-721F75746DF0}" dt="2026-04-28T13:41:46.007" v="795" actId="20577"/>
        <pc:sldMasterMkLst>
          <pc:docMk/>
          <pc:sldMasterMk cId="1189719779" sldId="2147483821"/>
        </pc:sldMasterMkLst>
        <pc:sldLayoutChg chg="modSp mod">
          <pc:chgData name="Manne, Divya (Cognizant)" userId="60e18ec0-6c07-4a7f-a379-fd70960fca06" providerId="ADAL" clId="{6A5B17D5-BAE1-4AD9-A33B-721F75746DF0}" dt="2026-04-28T13:41:37.699" v="793" actId="20577"/>
          <pc:sldLayoutMkLst>
            <pc:docMk/>
            <pc:sldMasterMk cId="1189719779" sldId="2147483821"/>
            <pc:sldLayoutMk cId="206534595" sldId="2147483796"/>
          </pc:sldLayoutMkLst>
          <pc:spChg chg="mod">
            <ac:chgData name="Manne, Divya (Cognizant)" userId="60e18ec0-6c07-4a7f-a379-fd70960fca06" providerId="ADAL" clId="{6A5B17D5-BAE1-4AD9-A33B-721F75746DF0}" dt="2026-04-28T13:41:37.699" v="793" actId="20577"/>
            <ac:spMkLst>
              <pc:docMk/>
              <pc:sldMasterMk cId="1189719779" sldId="2147483821"/>
              <pc:sldLayoutMk cId="206534595" sldId="2147483796"/>
              <ac:spMk id="3" creationId="{4703109E-6BFC-1742-809E-63EC7ED700EA}"/>
            </ac:spMkLst>
          </pc:spChg>
        </pc:sldLayoutChg>
        <pc:sldLayoutChg chg="modSp mod">
          <pc:chgData name="Manne, Divya (Cognizant)" userId="60e18ec0-6c07-4a7f-a379-fd70960fca06" providerId="ADAL" clId="{6A5B17D5-BAE1-4AD9-A33B-721F75746DF0}" dt="2026-04-28T13:41:46.007" v="795" actId="20577"/>
          <pc:sldLayoutMkLst>
            <pc:docMk/>
            <pc:sldMasterMk cId="1189719779" sldId="2147483821"/>
            <pc:sldLayoutMk cId="1725878177" sldId="2147483797"/>
          </pc:sldLayoutMkLst>
          <pc:spChg chg="mod">
            <ac:chgData name="Manne, Divya (Cognizant)" userId="60e18ec0-6c07-4a7f-a379-fd70960fca06" providerId="ADAL" clId="{6A5B17D5-BAE1-4AD9-A33B-721F75746DF0}" dt="2026-04-28T13:41:46.007" v="795" actId="20577"/>
            <ac:spMkLst>
              <pc:docMk/>
              <pc:sldMasterMk cId="1189719779" sldId="2147483821"/>
              <pc:sldLayoutMk cId="1725878177" sldId="2147483797"/>
              <ac:spMk id="3" creationId="{4703109E-6BFC-1742-809E-63EC7ED700EA}"/>
            </ac:spMkLst>
          </pc:spChg>
        </pc:sldLayoutChg>
      </pc:sldMasterChg>
      <pc:sldMasterChg chg="modSp mod modSldLayout">
        <pc:chgData name="Manne, Divya (Cognizant)" userId="60e18ec0-6c07-4a7f-a379-fd70960fca06" providerId="ADAL" clId="{6A5B17D5-BAE1-4AD9-A33B-721F75746DF0}" dt="2026-04-28T13:42:34.755" v="814" actId="20577"/>
        <pc:sldMasterMkLst>
          <pc:docMk/>
          <pc:sldMasterMk cId="3373953295" sldId="2147483941"/>
        </pc:sldMasterMkLst>
        <pc:spChg chg="mod">
          <ac:chgData name="Manne, Divya (Cognizant)" userId="60e18ec0-6c07-4a7f-a379-fd70960fca06" providerId="ADAL" clId="{6A5B17D5-BAE1-4AD9-A33B-721F75746DF0}" dt="2026-04-28T13:42:34.755" v="814" actId="20577"/>
          <ac:spMkLst>
            <pc:docMk/>
            <pc:sldMasterMk cId="3373953295" sldId="2147483941"/>
            <ac:spMk id="5" creationId="{C0715BBF-C237-4C9F-A0A0-755261F5952F}"/>
          </ac:spMkLst>
        </pc:spChg>
        <pc:sldLayoutChg chg="modSp mod">
          <pc:chgData name="Manne, Divya (Cognizant)" userId="60e18ec0-6c07-4a7f-a379-fd70960fca06" providerId="ADAL" clId="{6A5B17D5-BAE1-4AD9-A33B-721F75746DF0}" dt="2026-04-28T13:42:17.016" v="809" actId="20577"/>
          <pc:sldLayoutMkLst>
            <pc:docMk/>
            <pc:sldMasterMk cId="3373953295" sldId="2147483941"/>
            <pc:sldLayoutMk cId="105516146" sldId="2147483943"/>
          </pc:sldLayoutMkLst>
          <pc:spChg chg="mod">
            <ac:chgData name="Manne, Divya (Cognizant)" userId="60e18ec0-6c07-4a7f-a379-fd70960fca06" providerId="ADAL" clId="{6A5B17D5-BAE1-4AD9-A33B-721F75746DF0}" dt="2026-04-28T13:42:17.016" v="809" actId="20577"/>
            <ac:spMkLst>
              <pc:docMk/>
              <pc:sldMasterMk cId="3373953295" sldId="2147483941"/>
              <pc:sldLayoutMk cId="105516146" sldId="2147483943"/>
              <ac:spMk id="11" creationId="{DF00D856-F97D-6D4D-B68C-59A8B3CA076C}"/>
            </ac:spMkLst>
          </pc:spChg>
        </pc:sldLayoutChg>
        <pc:sldLayoutChg chg="modSp mod">
          <pc:chgData name="Manne, Divya (Cognizant)" userId="60e18ec0-6c07-4a7f-a379-fd70960fca06" providerId="ADAL" clId="{6A5B17D5-BAE1-4AD9-A33B-721F75746DF0}" dt="2026-04-28T13:42:08.497" v="806" actId="6549"/>
          <pc:sldLayoutMkLst>
            <pc:docMk/>
            <pc:sldMasterMk cId="3373953295" sldId="2147483941"/>
            <pc:sldLayoutMk cId="3774627062" sldId="2147483945"/>
          </pc:sldLayoutMkLst>
          <pc:spChg chg="mod">
            <ac:chgData name="Manne, Divya (Cognizant)" userId="60e18ec0-6c07-4a7f-a379-fd70960fca06" providerId="ADAL" clId="{6A5B17D5-BAE1-4AD9-A33B-721F75746DF0}" dt="2026-04-28T13:42:08.497" v="806" actId="6549"/>
            <ac:spMkLst>
              <pc:docMk/>
              <pc:sldMasterMk cId="3373953295" sldId="2147483941"/>
              <pc:sldLayoutMk cId="3774627062" sldId="2147483945"/>
              <ac:spMk id="11" creationId="{DF00D856-F97D-6D4D-B68C-59A8B3CA076C}"/>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F658FED-51F9-9B45-B597-1E80080F05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98449CD-7629-F94E-AB7C-5B049A15EC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407195-0CC2-A547-89CA-57E183807FCC}" type="datetimeFigureOut">
              <a:rPr lang="en-US" smtClean="0"/>
              <a:t>5/6/2026</a:t>
            </a:fld>
            <a:endParaRPr lang="en-US"/>
          </a:p>
        </p:txBody>
      </p:sp>
      <p:sp>
        <p:nvSpPr>
          <p:cNvPr id="4" name="Footer Placeholder 3">
            <a:extLst>
              <a:ext uri="{FF2B5EF4-FFF2-40B4-BE49-F238E27FC236}">
                <a16:creationId xmlns:a16="http://schemas.microsoft.com/office/drawing/2014/main" id="{EEA1FED8-4762-F94C-A006-546565DF54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F831462-D62C-8C42-B544-F3E0E7018A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8F4819-B501-CC4D-93F0-10A4E74E0251}" type="slidenum">
              <a:rPr lang="en-US" smtClean="0"/>
              <a:t>‹#›</a:t>
            </a:fld>
            <a:endParaRPr lang="en-US"/>
          </a:p>
        </p:txBody>
      </p:sp>
    </p:spTree>
    <p:extLst>
      <p:ext uri="{BB962C8B-B14F-4D97-AF65-F5344CB8AC3E}">
        <p14:creationId xmlns:p14="http://schemas.microsoft.com/office/powerpoint/2010/main" val="16021352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A00608-096F-0448-BF1C-AC23D45B3CD2}"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9A3903-E1C0-B641-BF09-7903E2AE2EC7}" type="slidenum">
              <a:rPr lang="en-US" smtClean="0"/>
              <a:t>‹#›</a:t>
            </a:fld>
            <a:endParaRPr lang="en-US"/>
          </a:p>
        </p:txBody>
      </p:sp>
    </p:spTree>
    <p:extLst>
      <p:ext uri="{BB962C8B-B14F-4D97-AF65-F5344CB8AC3E}">
        <p14:creationId xmlns:p14="http://schemas.microsoft.com/office/powerpoint/2010/main" val="2347753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90CC5-E31C-45D5-FFE7-A6C4A15B97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B0CC6C-8F35-FCB5-D02A-08D1A59C2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84D316-D2D6-CA0C-044F-E7A2F920A9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A63140D-0BFD-6DB6-5FF7-A281BEB9DC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9A3903-E1C0-B641-BF09-7903E2AE2E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2466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2239A-7ECE-C8B3-E865-5595C503C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A7ADB0-7191-D080-D482-8472CB0468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025029-1B80-70F9-1D4B-BE2707C1AB5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6BB4EF7-4DD3-D4F4-A12C-379C22783F0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9A3903-E1C0-B641-BF09-7903E2AE2E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7342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5EA13-AF1A-8B70-96F6-19C21A3DEC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ED5ED-DB7D-4BC8-B98A-A3CC296962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99350-DAA3-61A8-DC34-58BD693BDE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9598BFF-E1EC-42C7-6256-DA0762898E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9A3903-E1C0-B641-BF09-7903E2AE2E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6504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DF66E-23D1-8FD4-6C65-7826EE7392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EED11-5708-90FB-D6A0-5DB6625480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506FF-8AAC-DEB5-CEE8-9DBF9B8617D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78EDBF-6D04-5580-12FF-983D5EFA0E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9A3903-E1C0-B641-BF09-7903E2AE2E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70560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3428E-82F3-C630-731B-FD654DD0E6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A17DA3-E541-9DA9-6716-FE3221500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5E7E79-031B-77E3-8B60-E6125F9BBC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269458-2527-2AD3-92B4-73AE532471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9A3903-E1C0-B641-BF09-7903E2AE2E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44440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822704" cy="303572"/>
          </a:xfrm>
          <a:prstGeom prst="rect">
            <a:avLst/>
          </a:prstGeom>
        </p:spPr>
        <p:txBody>
          <a:bodyPr/>
          <a:lstStyle>
            <a:lvl1pPr>
              <a:defRPr>
                <a:solidFill>
                  <a:schemeClr val="tx1"/>
                </a:solidFill>
              </a:defRPr>
            </a:lvl1pPr>
          </a:lstStyle>
          <a:p>
            <a:r>
              <a:rPr lang="en-US"/>
              <a:t>© 2025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72758" y="381864"/>
            <a:ext cx="2067983" cy="620394"/>
          </a:xfrm>
          <a:prstGeom prst="rect">
            <a:avLst/>
          </a:prstGeom>
        </p:spPr>
      </p:pic>
    </p:spTree>
    <p:extLst>
      <p:ext uri="{BB962C8B-B14F-4D97-AF65-F5344CB8AC3E}">
        <p14:creationId xmlns:p14="http://schemas.microsoft.com/office/powerpoint/2010/main" val="113856781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2026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pic>
        <p:nvPicPr>
          <p:cNvPr id="8" name="Picture 5">
            <a:extLst>
              <a:ext uri="{FF2B5EF4-FFF2-40B4-BE49-F238E27FC236}">
                <a16:creationId xmlns:a16="http://schemas.microsoft.com/office/drawing/2014/main" id="{304C88D0-29FE-C440-9C89-488968EEA18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20653459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2026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pic>
        <p:nvPicPr>
          <p:cNvPr id="8" name="Picture 8">
            <a:extLst>
              <a:ext uri="{FF2B5EF4-FFF2-40B4-BE49-F238E27FC236}">
                <a16:creationId xmlns:a16="http://schemas.microsoft.com/office/drawing/2014/main" id="{F353D65A-B34C-B04E-8C59-65EFBD26341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68530" y="6352478"/>
            <a:ext cx="1362108" cy="408632"/>
          </a:xfrm>
          <a:prstGeom prst="rect">
            <a:avLst/>
          </a:prstGeom>
        </p:spPr>
      </p:pic>
    </p:spTree>
    <p:extLst>
      <p:ext uri="{BB962C8B-B14F-4D97-AF65-F5344CB8AC3E}">
        <p14:creationId xmlns:p14="http://schemas.microsoft.com/office/powerpoint/2010/main" val="172587817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a:t>Click to edit statement or quote </a:t>
            </a:r>
            <a:br>
              <a:rPr lang="en-US"/>
            </a:br>
            <a:r>
              <a:rPr lang="en-US"/>
              <a:t>in Arial 36pt bold</a:t>
            </a:r>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a:p>
        </p:txBody>
      </p:sp>
      <p:pic>
        <p:nvPicPr>
          <p:cNvPr id="3" name="Picture 2">
            <a:extLst>
              <a:ext uri="{FF2B5EF4-FFF2-40B4-BE49-F238E27FC236}">
                <a16:creationId xmlns:a16="http://schemas.microsoft.com/office/drawing/2014/main" id="{149843C2-5350-C728-A4D6-7EEEACAF75B4}"/>
              </a:ext>
            </a:extLst>
          </p:cNvPr>
          <p:cNvPicPr>
            <a:picLocks noChangeAspect="1"/>
          </p:cNvPicPr>
          <p:nvPr userDrawn="1"/>
        </p:nvPicPr>
        <p:blipFill>
          <a:blip r:embed="rId2"/>
          <a:stretch>
            <a:fillRect/>
          </a:stretch>
        </p:blipFill>
        <p:spPr>
          <a:xfrm>
            <a:off x="0" y="-2186"/>
            <a:ext cx="12192000" cy="6862372"/>
          </a:xfrm>
          <a:prstGeom prst="rect">
            <a:avLst/>
          </a:prstGeom>
        </p:spPr>
      </p:pic>
    </p:spTree>
    <p:extLst>
      <p:ext uri="{BB962C8B-B14F-4D97-AF65-F5344CB8AC3E}">
        <p14:creationId xmlns:p14="http://schemas.microsoft.com/office/powerpoint/2010/main" val="10134144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8"/>
            <a:ext cx="1816531" cy="190747"/>
          </a:xfrm>
          <a:prstGeom prst="rect">
            <a:avLst/>
          </a:prstGeom>
        </p:spPr>
        <p:txBody>
          <a:bodyPr vert="horz" wrap="none" lIns="0" tIns="0" rIns="0" bIns="0" rtlCol="0" anchor="b" anchorCtr="0"/>
          <a:lstStyle>
            <a:lvl1pPr algn="l">
              <a:defRPr sz="700">
                <a:solidFill>
                  <a:schemeClr val="tx1"/>
                </a:solidFill>
              </a:defRPr>
            </a:lvl1pPr>
          </a:lstStyle>
          <a:p>
            <a:r>
              <a:rPr lang="en-US" dirty="0"/>
              <a:t>© 2026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105516146"/>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8"/>
            <a:ext cx="1816531" cy="190747"/>
          </a:xfrm>
          <a:prstGeom prst="rect">
            <a:avLst/>
          </a:prstGeom>
        </p:spPr>
        <p:txBody>
          <a:bodyPr vert="horz" wrap="none" lIns="0" tIns="0" rIns="0" bIns="0" rtlCol="0" anchor="b" anchorCtr="0"/>
          <a:lstStyle>
            <a:lvl1pPr algn="l">
              <a:defRPr sz="700">
                <a:solidFill>
                  <a:schemeClr val="tx1"/>
                </a:solidFill>
              </a:defRPr>
            </a:lvl1pPr>
          </a:lstStyle>
          <a:p>
            <a:r>
              <a:rPr lang="en-US" dirty="0"/>
              <a:t>© 2026 Cognizant </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3774627062"/>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2056384" cy="303572"/>
          </a:xfrm>
          <a:prstGeom prst="rect">
            <a:avLst/>
          </a:prstGeom>
        </p:spPr>
        <p:txBody>
          <a:bodyPr vert="horz" wrap="none" lIns="0" tIns="0" rIns="0" bIns="0" rtlCol="0" anchor="b" anchorCtr="0"/>
          <a:lstStyle>
            <a:lvl1pPr algn="l">
              <a:defRPr sz="700">
                <a:solidFill>
                  <a:schemeClr val="tx1"/>
                </a:solidFill>
              </a:defRPr>
            </a:lvl1pPr>
          </a:lstStyle>
          <a:p>
            <a:r>
              <a:rPr lang="en-US"/>
              <a:t>© 2025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spTree>
    <p:extLst>
      <p:ext uri="{BB962C8B-B14F-4D97-AF65-F5344CB8AC3E}">
        <p14:creationId xmlns:p14="http://schemas.microsoft.com/office/powerpoint/2010/main" val="1189719779"/>
      </p:ext>
    </p:extLst>
  </p:cSld>
  <p:clrMap bg1="lt1" tx1="dk1" bg2="lt2" tx2="dk2" accent1="accent1" accent2="accent2" accent3="accent3" accent4="accent4" accent5="accent5" accent6="accent6" hlink="hlink" folHlink="folHlink"/>
  <p:sldLayoutIdLst>
    <p:sldLayoutId id="2147483903" r:id="rId1"/>
    <p:sldLayoutId id="2147483796" r:id="rId2"/>
    <p:sldLayoutId id="2147483797" r:id="rId3"/>
    <p:sldLayoutId id="2147483990" r:id="rId4"/>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2056384"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2026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spTree>
    <p:extLst>
      <p:ext uri="{BB962C8B-B14F-4D97-AF65-F5344CB8AC3E}">
        <p14:creationId xmlns:p14="http://schemas.microsoft.com/office/powerpoint/2010/main" val="3373953295"/>
      </p:ext>
    </p:extLst>
  </p:cSld>
  <p:clrMap bg1="lt1" tx1="dk1" bg2="lt2" tx2="dk2" accent1="accent1" accent2="accent2" accent3="accent3" accent4="accent4" accent5="accent5" accent6="accent6" hlink="hlink" folHlink="folHlink"/>
  <p:sldLayoutIdLst>
    <p:sldLayoutId id="2147483943" r:id="rId1"/>
    <p:sldLayoutId id="2147483945" r:id="rId2"/>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Shresth-Agarwal/ClaimFlow"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CC2E60-57B6-1161-2BEC-AEB5B3562B80}"/>
              </a:ext>
            </a:extLst>
          </p:cNvPr>
          <p:cNvSpPr>
            <a:spLocks noGrp="1"/>
          </p:cNvSpPr>
          <p:nvPr>
            <p:ph type="body" sz="quarter" idx="13"/>
          </p:nvPr>
        </p:nvSpPr>
        <p:spPr>
          <a:xfrm>
            <a:off x="1258659" y="3930889"/>
            <a:ext cx="8849360" cy="1500188"/>
          </a:xfrm>
        </p:spPr>
        <p:txBody>
          <a:bodyPr/>
          <a:lstStyle/>
          <a:p>
            <a:r>
              <a:rPr lang="en-US" sz="1800" dirty="0">
                <a:solidFill>
                  <a:srgbClr val="26EFE9"/>
                </a:solidFill>
              </a:rPr>
              <a:t>Idea Title : ClaimFlow Agent Builder</a:t>
            </a:r>
          </a:p>
          <a:p>
            <a:r>
              <a:rPr lang="en-US" sz="1800" dirty="0">
                <a:solidFill>
                  <a:srgbClr val="26EFE9"/>
                </a:solidFill>
              </a:rPr>
              <a:t>Team Captain Name : Shresth Agarwal</a:t>
            </a:r>
          </a:p>
          <a:p>
            <a:r>
              <a:rPr lang="en-US" sz="1800" dirty="0">
                <a:solidFill>
                  <a:srgbClr val="26EFE9"/>
                </a:solidFill>
              </a:rPr>
              <a:t>Team Members : Shresth, Srivalli, Praharshitha, Tanish</a:t>
            </a:r>
          </a:p>
          <a:p>
            <a:r>
              <a:rPr lang="en-US" sz="1800" dirty="0">
                <a:solidFill>
                  <a:srgbClr val="26EFE9"/>
                </a:solidFill>
              </a:rPr>
              <a:t>Team Name : Team Akira</a:t>
            </a:r>
          </a:p>
        </p:txBody>
      </p:sp>
      <p:sp>
        <p:nvSpPr>
          <p:cNvPr id="3" name="Title 2">
            <a:extLst>
              <a:ext uri="{FF2B5EF4-FFF2-40B4-BE49-F238E27FC236}">
                <a16:creationId xmlns:a16="http://schemas.microsoft.com/office/drawing/2014/main" id="{C05D5327-9268-AC36-16BC-D3D4B4F25D4B}"/>
              </a:ext>
            </a:extLst>
          </p:cNvPr>
          <p:cNvSpPr>
            <a:spLocks noGrp="1"/>
          </p:cNvSpPr>
          <p:nvPr>
            <p:ph type="ctrTitle"/>
          </p:nvPr>
        </p:nvSpPr>
        <p:spPr>
          <a:xfrm>
            <a:off x="1258659" y="3089568"/>
            <a:ext cx="9338360" cy="677108"/>
          </a:xfrm>
        </p:spPr>
        <p:txBody>
          <a:bodyPr/>
          <a:lstStyle/>
          <a:p>
            <a:r>
              <a:rPr lang="en-IN" sz="4400" dirty="0">
                <a:solidFill>
                  <a:schemeClr val="bg1"/>
                </a:solidFill>
              </a:rPr>
              <a:t>MVP Presentation — Team Akira</a:t>
            </a:r>
          </a:p>
        </p:txBody>
      </p:sp>
      <p:sp>
        <p:nvSpPr>
          <p:cNvPr id="4" name="Footer Placeholder 3">
            <a:extLst>
              <a:ext uri="{FF2B5EF4-FFF2-40B4-BE49-F238E27FC236}">
                <a16:creationId xmlns:a16="http://schemas.microsoft.com/office/drawing/2014/main" id="{DAF4D593-0A14-7819-33D9-764A6414A67D}"/>
              </a:ext>
            </a:extLst>
          </p:cNvPr>
          <p:cNvSpPr>
            <a:spLocks noGrp="1"/>
          </p:cNvSpPr>
          <p:nvPr>
            <p:ph type="ftr" sz="quarter" idx="15"/>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F84413F6-478A-A902-39B1-3F8B38F63BB4}"/>
              </a:ext>
            </a:extLst>
          </p:cNvPr>
          <p:cNvSpPr>
            <a:spLocks noGrp="1"/>
          </p:cNvSpPr>
          <p:nvPr>
            <p:ph type="sldNum" sz="quarter" idx="16"/>
          </p:nvPr>
        </p:nvSpPr>
        <p:spPr/>
        <p:txBody>
          <a:bodyPr/>
          <a:lstStyle/>
          <a:p>
            <a:fld id="{38826FC0-333C-E549-9FA3-0EE43DF298A3}" type="slidenum">
              <a:rPr lang="en-US" smtClean="0"/>
              <a:pPr/>
              <a:t>1</a:t>
            </a:fld>
            <a:endParaRPr lang="en-US"/>
          </a:p>
        </p:txBody>
      </p:sp>
    </p:spTree>
    <p:extLst>
      <p:ext uri="{BB962C8B-B14F-4D97-AF65-F5344CB8AC3E}">
        <p14:creationId xmlns:p14="http://schemas.microsoft.com/office/powerpoint/2010/main" val="4049997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7658E-EA74-4702-7179-E21A88D3E6F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2B8DBEF-A90E-75BD-2BC7-7AFC952C0D9E}"/>
              </a:ext>
            </a:extLst>
          </p:cNvPr>
          <p:cNvSpPr/>
          <p:nvPr/>
        </p:nvSpPr>
        <p:spPr>
          <a:xfrm>
            <a:off x="0" y="-43779"/>
            <a:ext cx="12191999" cy="645535"/>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Footer Placeholder 3">
            <a:extLst>
              <a:ext uri="{FF2B5EF4-FFF2-40B4-BE49-F238E27FC236}">
                <a16:creationId xmlns:a16="http://schemas.microsoft.com/office/drawing/2014/main" id="{7B6DD68C-8495-5A60-1BE1-C5F37EFBDA36}"/>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rPr>
              <a:t>© 2026 Cognizant</a:t>
            </a:r>
          </a:p>
        </p:txBody>
      </p:sp>
      <p:sp>
        <p:nvSpPr>
          <p:cNvPr id="2" name="Slide Number Placeholder 1">
            <a:extLst>
              <a:ext uri="{FF2B5EF4-FFF2-40B4-BE49-F238E27FC236}">
                <a16:creationId xmlns:a16="http://schemas.microsoft.com/office/drawing/2014/main" id="{EC820A1C-385C-1B2C-7EBF-696FA22911CD}"/>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700" b="0" i="0" u="none" strike="noStrike" kern="1200" cap="none" spc="0" normalizeH="0" baseline="0" noProof="0">
              <a:ln>
                <a:noFill/>
              </a:ln>
              <a:solidFill>
                <a:srgbClr val="000048"/>
              </a:solidFill>
              <a:effectLst/>
              <a:uLnTx/>
              <a:uFillTx/>
              <a:latin typeface="Arial" panose="020B0604020202020204"/>
              <a:ea typeface="+mn-ea"/>
              <a:cs typeface="+mn-cs"/>
            </a:endParaRPr>
          </a:p>
        </p:txBody>
      </p:sp>
      <p:sp>
        <p:nvSpPr>
          <p:cNvPr id="7" name="Title 1">
            <a:extLst>
              <a:ext uri="{FF2B5EF4-FFF2-40B4-BE49-F238E27FC236}">
                <a16:creationId xmlns:a16="http://schemas.microsoft.com/office/drawing/2014/main" id="{97217ED1-02B9-3398-C290-8D4133CD5DC4}"/>
              </a:ext>
            </a:extLst>
          </p:cNvPr>
          <p:cNvSpPr txBox="1">
            <a:spLocks/>
          </p:cNvSpPr>
          <p:nvPr/>
        </p:nvSpPr>
        <p:spPr>
          <a:xfrm>
            <a:off x="457199" y="175236"/>
            <a:ext cx="5778632" cy="377964"/>
          </a:xfrm>
          <a:prstGeom prst="rect">
            <a:avLst/>
          </a:prstGeom>
        </p:spPr>
        <p:txBody>
          <a:bodyPr vert="horz" wrap="none" lIns="0" tIns="0" rIns="0" bIns="0" rtlCol="0" anchor="t" anchorCtr="0">
            <a:noAutofit/>
          </a:bodyPr>
          <a:lstStyle>
            <a:lvl1pPr algn="l" defTabSz="1219140" rtl="0" eaLnBrk="1" latinLnBrk="0" hangingPunct="1">
              <a:lnSpc>
                <a:spcPct val="90000"/>
              </a:lnSpc>
              <a:spcBef>
                <a:spcPct val="0"/>
              </a:spcBef>
              <a:buNone/>
              <a:defRPr sz="3200" b="1" kern="1200">
                <a:solidFill>
                  <a:schemeClr val="accent2"/>
                </a:solidFill>
                <a:latin typeface="Arial" panose="020B0604020202020204" pitchFamily="34" charset="0"/>
                <a:ea typeface="+mj-ea"/>
                <a:cs typeface="Arial" panose="020B0604020202020204" pitchFamily="34" charset="0"/>
              </a:defRPr>
            </a:lvl1pPr>
          </a:lstStyle>
          <a:p>
            <a:pPr marL="0" marR="0" lvl="0" indent="0" algn="l" defTabSz="121914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panose="020B0604020202020204"/>
                <a:ea typeface="+mj-ea"/>
                <a:cs typeface="Arial" panose="020B0604020202020204" pitchFamily="34" charset="0"/>
              </a:rPr>
              <a:t>ClaimFlow Agent Builder</a:t>
            </a:r>
            <a:endParaRPr kumimoji="0" lang="en-US" sz="2400" b="0" i="0" u="none" strike="noStrike" kern="1200" cap="none" spc="0" normalizeH="0" baseline="0" noProof="0">
              <a:ln>
                <a:noFill/>
              </a:ln>
              <a:solidFill>
                <a:srgbClr val="FFFFFF"/>
              </a:solidFill>
              <a:effectLst/>
              <a:uLnTx/>
              <a:uFillTx/>
              <a:latin typeface="Arial" panose="020B0604020202020204"/>
              <a:ea typeface="+mj-ea"/>
              <a:cs typeface="Arial" panose="020B0604020202020204" pitchFamily="34" charset="0"/>
            </a:endParaRPr>
          </a:p>
        </p:txBody>
      </p:sp>
      <p:sp>
        <p:nvSpPr>
          <p:cNvPr id="10" name="TextBox 9">
            <a:extLst>
              <a:ext uri="{FF2B5EF4-FFF2-40B4-BE49-F238E27FC236}">
                <a16:creationId xmlns:a16="http://schemas.microsoft.com/office/drawing/2014/main" id="{D571EA97-7795-6D51-F716-B94C0F1807E9}"/>
              </a:ext>
            </a:extLst>
          </p:cNvPr>
          <p:cNvSpPr txBox="1"/>
          <p:nvPr/>
        </p:nvSpPr>
        <p:spPr>
          <a:xfrm>
            <a:off x="516815" y="1350496"/>
            <a:ext cx="5486400" cy="4482565"/>
          </a:xfrm>
          <a:prstGeom prst="rect">
            <a:avLst/>
          </a:prstGeom>
          <a:solidFill>
            <a:schemeClr val="accent4">
              <a:lumMod val="20000"/>
              <a:lumOff val="80000"/>
            </a:schemeClr>
          </a:solidFill>
        </p:spPr>
        <p:txBody>
          <a:bodyPr wrap="square" lIns="0" tIns="0" rIns="0" bIns="0" rtlCol="0">
            <a:noAutofit/>
          </a:bodyPr>
          <a:lstStyle>
            <a:defPPr>
              <a:defRPr lang="en-US"/>
            </a:defPPr>
            <a:lvl1pPr marL="91440"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48"/>
                </a:solidFill>
                <a:effectLst/>
                <a:uLnTx/>
                <a:uFillTx/>
                <a:latin typeface="Arial" panose="020B0604020202020204"/>
              </a:defRPr>
            </a:lvl1pPr>
          </a:lstStyle>
          <a:p>
            <a:endParaRPr lang="en-US" dirty="0"/>
          </a:p>
        </p:txBody>
      </p:sp>
      <p:sp>
        <p:nvSpPr>
          <p:cNvPr id="12" name="TextBox 11">
            <a:extLst>
              <a:ext uri="{FF2B5EF4-FFF2-40B4-BE49-F238E27FC236}">
                <a16:creationId xmlns:a16="http://schemas.microsoft.com/office/drawing/2014/main" id="{28E96E19-4443-120E-D81A-C7692D38A498}"/>
              </a:ext>
            </a:extLst>
          </p:cNvPr>
          <p:cNvSpPr txBox="1"/>
          <p:nvPr/>
        </p:nvSpPr>
        <p:spPr>
          <a:xfrm>
            <a:off x="6188785" y="1350496"/>
            <a:ext cx="5486400" cy="4482565"/>
          </a:xfrm>
          <a:prstGeom prst="rect">
            <a:avLst/>
          </a:prstGeom>
          <a:solidFill>
            <a:schemeClr val="accent4">
              <a:lumMod val="20000"/>
              <a:lumOff val="80000"/>
            </a:schemeClr>
          </a:solidFill>
        </p:spPr>
        <p:txBody>
          <a:bodyPr wrap="square" lIns="0" tIns="0" rIns="0" bIns="0" rtlCol="0">
            <a:noAutofit/>
          </a:bodyPr>
          <a:lstStyle>
            <a:defPPr>
              <a:defRPr lang="en-US"/>
            </a:defPPr>
            <a:lvl1pPr marL="91440"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48"/>
                </a:solidFill>
                <a:effectLst/>
                <a:uLnTx/>
                <a:uFillTx/>
                <a:latin typeface="Arial" panose="020B0604020202020204"/>
              </a:defRPr>
            </a:lvl1pPr>
          </a:lstStyle>
          <a:p>
            <a:endParaRPr lang="en-US" dirty="0"/>
          </a:p>
        </p:txBody>
      </p:sp>
      <p:sp>
        <p:nvSpPr>
          <p:cNvPr id="5" name="Arrow: Pentagon 4">
            <a:extLst>
              <a:ext uri="{FF2B5EF4-FFF2-40B4-BE49-F238E27FC236}">
                <a16:creationId xmlns:a16="http://schemas.microsoft.com/office/drawing/2014/main" id="{1144D771-232B-BF8B-99CB-FE62206D01F0}"/>
              </a:ext>
            </a:extLst>
          </p:cNvPr>
          <p:cNvSpPr/>
          <p:nvPr/>
        </p:nvSpPr>
        <p:spPr>
          <a:xfrm>
            <a:off x="516815" y="1044264"/>
            <a:ext cx="3924300" cy="325557"/>
          </a:xfrm>
          <a:prstGeom prst="homePlate">
            <a:avLst>
              <a:gd name="adj" fmla="val 35192"/>
            </a:avLst>
          </a:prstGeom>
          <a:solidFill>
            <a:srgbClr val="000048"/>
          </a:solidFill>
          <a:ln w="12700" cap="flat" cmpd="sng" algn="ctr">
            <a:noFill/>
            <a:prstDash val="solid"/>
            <a:miter lim="800000"/>
          </a:ln>
          <a:effectLst/>
        </p:spPr>
        <p:txBody>
          <a:bodyPr rtlCol="0" anchor="ctr"/>
          <a:lstStyle/>
          <a:p>
            <a:pPr marL="0" marR="0" lvl="0" indent="0" defTabSz="684638"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bg1"/>
                </a:solidFill>
                <a:effectLst/>
                <a:uLnTx/>
                <a:uFillTx/>
                <a:latin typeface="+mj-lt"/>
                <a:ea typeface="Segoe UI" panose="020B0502040204020203" pitchFamily="34" charset="0"/>
                <a:cs typeface="Arial" panose="020B0604020202020204" pitchFamily="34" charset="0"/>
              </a:rPr>
              <a:t>Problem Statement</a:t>
            </a:r>
          </a:p>
        </p:txBody>
      </p:sp>
      <p:sp>
        <p:nvSpPr>
          <p:cNvPr id="6" name="Content Placeholder 9">
            <a:extLst>
              <a:ext uri="{FF2B5EF4-FFF2-40B4-BE49-F238E27FC236}">
                <a16:creationId xmlns:a16="http://schemas.microsoft.com/office/drawing/2014/main" id="{84C65C9D-AA15-5E74-6D9B-F3AD0A55B29C}"/>
              </a:ext>
            </a:extLst>
          </p:cNvPr>
          <p:cNvSpPr>
            <a:spLocks noGrp="1"/>
          </p:cNvSpPr>
          <p:nvPr>
            <p:ph sz="quarter" idx="21"/>
          </p:nvPr>
        </p:nvSpPr>
        <p:spPr>
          <a:xfrm>
            <a:off x="731520" y="1207044"/>
            <a:ext cx="5059680" cy="4372688"/>
          </a:xfrm>
        </p:spPr>
        <p:txBody>
          <a:bodyPr/>
          <a:lstStyle/>
          <a:p>
            <a:pPr marL="91440" lvl="0">
              <a:spcBef>
                <a:spcPts val="0"/>
              </a:spcBef>
              <a:defRPr/>
            </a:pPr>
            <a:endParaRPr lang="en-US" dirty="0">
              <a:solidFill>
                <a:srgbClr val="000048"/>
              </a:solidFill>
            </a:endParaRPr>
          </a:p>
          <a:p>
            <a:pPr marL="91440" lvl="0">
              <a:spcBef>
                <a:spcPts val="0"/>
              </a:spcBef>
              <a:defRPr/>
            </a:pPr>
            <a:endParaRPr lang="en-US" sz="1500" dirty="0">
              <a:solidFill>
                <a:srgbClr val="000048"/>
              </a:solidFill>
            </a:endParaRPr>
          </a:p>
          <a:p>
            <a:r>
              <a:rPr lang="en-US" dirty="0"/>
              <a:t>Filing an insurance claim is often overwhelming. The process is packed with paperwork and confusing steps, and many people don’t know what documents or evidence are required. This leads to delays, smaller settlements, or even unfair treatment.</a:t>
            </a:r>
          </a:p>
          <a:p>
            <a:r>
              <a:rPr lang="en-US" dirty="0"/>
              <a:t>Claimants struggle with basics—figuring out damage, checking eligibility, and gathering proofs like bills, FIRs, repair estimates, medical records, and photos.</a:t>
            </a:r>
          </a:p>
          <a:p>
            <a:r>
              <a:rPr lang="en-US" dirty="0"/>
              <a:t>For rural and first-time claimants, the hurdles are even higher. Language barriers, limited awareness, and lack of guidance make the process intimidating and leave them more vulnerable to mistakes or exploitation.</a:t>
            </a:r>
          </a:p>
        </p:txBody>
      </p:sp>
      <p:sp>
        <p:nvSpPr>
          <p:cNvPr id="9" name="Arrow: Pentagon 8">
            <a:extLst>
              <a:ext uri="{FF2B5EF4-FFF2-40B4-BE49-F238E27FC236}">
                <a16:creationId xmlns:a16="http://schemas.microsoft.com/office/drawing/2014/main" id="{EDC63FB0-4F2F-5940-C47A-29942B42D70B}"/>
              </a:ext>
            </a:extLst>
          </p:cNvPr>
          <p:cNvSpPr/>
          <p:nvPr/>
        </p:nvSpPr>
        <p:spPr>
          <a:xfrm>
            <a:off x="6188785" y="1024939"/>
            <a:ext cx="3924300" cy="325557"/>
          </a:xfrm>
          <a:prstGeom prst="homePlate">
            <a:avLst>
              <a:gd name="adj" fmla="val 35192"/>
            </a:avLst>
          </a:prstGeom>
          <a:solidFill>
            <a:srgbClr val="000048"/>
          </a:solidFill>
          <a:ln w="12700" cap="flat" cmpd="sng" algn="ctr">
            <a:noFill/>
            <a:prstDash val="solid"/>
            <a:miter lim="800000"/>
          </a:ln>
          <a:effectLst/>
        </p:spPr>
        <p:txBody>
          <a:bodyPr rtlCol="0" anchor="ctr"/>
          <a:lstStyle/>
          <a:p>
            <a:pPr defTabSz="684638" eaLnBrk="0" fontAlgn="base" hangingPunct="0">
              <a:spcBef>
                <a:spcPct val="0"/>
              </a:spcBef>
              <a:spcAft>
                <a:spcPct val="0"/>
              </a:spcAft>
            </a:pPr>
            <a:r>
              <a:rPr lang="en-US" sz="1600" b="1" kern="0" dirty="0">
                <a:solidFill>
                  <a:schemeClr val="bg1"/>
                </a:solidFill>
                <a:latin typeface="+mj-lt"/>
                <a:cs typeface="Arial" panose="020B0604020202020204" pitchFamily="34" charset="0"/>
              </a:rPr>
              <a:t>Solution Description</a:t>
            </a:r>
          </a:p>
        </p:txBody>
      </p:sp>
      <p:sp>
        <p:nvSpPr>
          <p:cNvPr id="11" name="Content Placeholder 9">
            <a:extLst>
              <a:ext uri="{FF2B5EF4-FFF2-40B4-BE49-F238E27FC236}">
                <a16:creationId xmlns:a16="http://schemas.microsoft.com/office/drawing/2014/main" id="{F1CEA55F-2FE1-D4B5-990B-70972475C51F}"/>
              </a:ext>
            </a:extLst>
          </p:cNvPr>
          <p:cNvSpPr txBox="1">
            <a:spLocks/>
          </p:cNvSpPr>
          <p:nvPr/>
        </p:nvSpPr>
        <p:spPr>
          <a:xfrm>
            <a:off x="6309359" y="1439373"/>
            <a:ext cx="5249393" cy="3539027"/>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500" dirty="0"/>
          </a:p>
          <a:p>
            <a:r>
              <a:rPr lang="en-US" dirty="0" err="1"/>
              <a:t>ClaimFlow</a:t>
            </a:r>
            <a:r>
              <a:rPr lang="en-US" dirty="0"/>
              <a:t> helps users prepare for the insurance claiming process before they approach the insurance agent.</a:t>
            </a:r>
          </a:p>
          <a:p>
            <a:r>
              <a:rPr lang="en-US" dirty="0"/>
              <a:t>The platform guides users in collecting the right documents, organizing proofs, understanding damage severity, and estimating possible settlement amounts.</a:t>
            </a:r>
          </a:p>
          <a:p>
            <a:r>
              <a:rPr lang="en-US" dirty="0"/>
              <a:t>It simplifies the overall claiming process and helps users avoid confusion, delays, and incomplete submissions.</a:t>
            </a:r>
          </a:p>
          <a:p>
            <a:r>
              <a:rPr lang="en-US" dirty="0"/>
              <a:t>By acting as a smart assistant between the customer and the insurance company, </a:t>
            </a:r>
            <a:r>
              <a:rPr lang="en-US" dirty="0" err="1"/>
              <a:t>ClaimFlow</a:t>
            </a:r>
            <a:r>
              <a:rPr lang="en-US" dirty="0"/>
              <a:t> helps users submit stronger and more organized claims with greater confidence.</a:t>
            </a:r>
          </a:p>
        </p:txBody>
      </p:sp>
    </p:spTree>
    <p:extLst>
      <p:ext uri="{BB962C8B-B14F-4D97-AF65-F5344CB8AC3E}">
        <p14:creationId xmlns:p14="http://schemas.microsoft.com/office/powerpoint/2010/main" val="1988725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98DD6-6B52-5474-6250-F96E193D9EE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1468F1D-9D6A-599A-0443-E1FFE4CFDA8E}"/>
              </a:ext>
            </a:extLst>
          </p:cNvPr>
          <p:cNvSpPr/>
          <p:nvPr/>
        </p:nvSpPr>
        <p:spPr>
          <a:xfrm>
            <a:off x="0" y="-43779"/>
            <a:ext cx="12191999" cy="645535"/>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latin typeface="Arial" panose="020B0604020202020204"/>
            </a:endParaRPr>
          </a:p>
        </p:txBody>
      </p:sp>
      <p:sp>
        <p:nvSpPr>
          <p:cNvPr id="4" name="Footer Placeholder 3">
            <a:extLst>
              <a:ext uri="{FF2B5EF4-FFF2-40B4-BE49-F238E27FC236}">
                <a16:creationId xmlns:a16="http://schemas.microsoft.com/office/drawing/2014/main" id="{59F17DB3-EA65-1A10-EB44-623354548EE5}"/>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rPr>
              <a:t>© 2026 Cognizant </a:t>
            </a:r>
          </a:p>
        </p:txBody>
      </p:sp>
      <p:sp>
        <p:nvSpPr>
          <p:cNvPr id="2" name="Slide Number Placeholder 1">
            <a:extLst>
              <a:ext uri="{FF2B5EF4-FFF2-40B4-BE49-F238E27FC236}">
                <a16:creationId xmlns:a16="http://schemas.microsoft.com/office/drawing/2014/main" id="{F36F8504-8480-10FB-4507-ACE63C36B1F1}"/>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700" b="0" i="0" u="none" strike="noStrike" kern="1200" cap="none" spc="0" normalizeH="0" baseline="0" noProof="0">
              <a:ln>
                <a:noFill/>
              </a:ln>
              <a:solidFill>
                <a:srgbClr val="000048"/>
              </a:solidFill>
              <a:effectLst/>
              <a:uLnTx/>
              <a:uFillTx/>
              <a:latin typeface="Arial" panose="020B0604020202020204"/>
              <a:ea typeface="+mn-ea"/>
              <a:cs typeface="+mn-cs"/>
            </a:endParaRPr>
          </a:p>
        </p:txBody>
      </p:sp>
      <p:sp>
        <p:nvSpPr>
          <p:cNvPr id="7" name="Title 1">
            <a:extLst>
              <a:ext uri="{FF2B5EF4-FFF2-40B4-BE49-F238E27FC236}">
                <a16:creationId xmlns:a16="http://schemas.microsoft.com/office/drawing/2014/main" id="{1407D3AD-54C1-1F86-6123-0DE94629CA82}"/>
              </a:ext>
            </a:extLst>
          </p:cNvPr>
          <p:cNvSpPr txBox="1">
            <a:spLocks/>
          </p:cNvSpPr>
          <p:nvPr/>
        </p:nvSpPr>
        <p:spPr>
          <a:xfrm>
            <a:off x="457199" y="175236"/>
            <a:ext cx="5778632" cy="377964"/>
          </a:xfrm>
          <a:prstGeom prst="rect">
            <a:avLst/>
          </a:prstGeom>
        </p:spPr>
        <p:txBody>
          <a:bodyPr vert="horz" wrap="none" lIns="0" tIns="0" rIns="0" bIns="0" rtlCol="0" anchor="t" anchorCtr="0">
            <a:noAutofit/>
          </a:bodyPr>
          <a:lstStyle>
            <a:lvl1pPr algn="l" defTabSz="1219140" rtl="0" eaLnBrk="1" latinLnBrk="0" hangingPunct="1">
              <a:lnSpc>
                <a:spcPct val="90000"/>
              </a:lnSpc>
              <a:spcBef>
                <a:spcPct val="0"/>
              </a:spcBef>
              <a:buNone/>
              <a:defRPr sz="3200" b="1" kern="1200">
                <a:solidFill>
                  <a:schemeClr val="accent2"/>
                </a:solidFill>
                <a:latin typeface="Arial" panose="020B0604020202020204" pitchFamily="34" charset="0"/>
                <a:ea typeface="+mj-ea"/>
                <a:cs typeface="Arial" panose="020B0604020202020204" pitchFamily="34" charset="0"/>
              </a:defRPr>
            </a:lvl1pPr>
          </a:lstStyle>
          <a:p>
            <a:pPr marL="0" marR="0" lvl="0" indent="0" algn="l" defTabSz="121914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panose="020B0604020202020204"/>
                <a:ea typeface="+mj-ea"/>
                <a:cs typeface="Arial" panose="020B0604020202020204" pitchFamily="34" charset="0"/>
              </a:rPr>
              <a:t>ClaimFlow Agent Builder</a:t>
            </a:r>
            <a:endParaRPr kumimoji="0" lang="en-US" sz="2400" b="0" i="0" u="none" strike="noStrike" kern="1200" cap="none" spc="0" normalizeH="0" baseline="0" noProof="0">
              <a:ln>
                <a:noFill/>
              </a:ln>
              <a:solidFill>
                <a:srgbClr val="FFFFFF"/>
              </a:solidFill>
              <a:effectLst/>
              <a:uLnTx/>
              <a:uFillTx/>
              <a:latin typeface="Arial" panose="020B0604020202020204"/>
              <a:ea typeface="+mj-ea"/>
              <a:cs typeface="Arial" panose="020B0604020202020204" pitchFamily="34" charset="0"/>
            </a:endParaRPr>
          </a:p>
        </p:txBody>
      </p:sp>
      <p:sp>
        <p:nvSpPr>
          <p:cNvPr id="10" name="TextBox 9">
            <a:extLst>
              <a:ext uri="{FF2B5EF4-FFF2-40B4-BE49-F238E27FC236}">
                <a16:creationId xmlns:a16="http://schemas.microsoft.com/office/drawing/2014/main" id="{78C38E29-9EFF-F208-66A5-0D909001F7B8}"/>
              </a:ext>
            </a:extLst>
          </p:cNvPr>
          <p:cNvSpPr txBox="1"/>
          <p:nvPr/>
        </p:nvSpPr>
        <p:spPr>
          <a:xfrm>
            <a:off x="516815" y="1415706"/>
            <a:ext cx="5486400" cy="4482565"/>
          </a:xfrm>
          <a:prstGeom prst="rect">
            <a:avLst/>
          </a:prstGeom>
          <a:solidFill>
            <a:schemeClr val="accent4">
              <a:lumMod val="20000"/>
              <a:lumOff val="80000"/>
            </a:schemeClr>
          </a:solidFill>
        </p:spPr>
        <p:txBody>
          <a:bodyPr wrap="square" lIns="0" tIns="0" rIns="0" bIns="0" rtlCol="0">
            <a:noAutofit/>
          </a:bodyPr>
          <a:lstStyle>
            <a:defPPr>
              <a:defRPr lang="en-US"/>
            </a:defPPr>
            <a:lvl1pPr marL="91440"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48"/>
                </a:solidFill>
                <a:effectLst/>
                <a:uLnTx/>
                <a:uFillTx/>
                <a:latin typeface="Arial" panose="020B0604020202020204"/>
              </a:defRPr>
            </a:lvl1pPr>
          </a:lstStyle>
          <a:p>
            <a:endParaRPr lang="en-US" dirty="0"/>
          </a:p>
        </p:txBody>
      </p:sp>
      <p:sp>
        <p:nvSpPr>
          <p:cNvPr id="12" name="TextBox 11">
            <a:extLst>
              <a:ext uri="{FF2B5EF4-FFF2-40B4-BE49-F238E27FC236}">
                <a16:creationId xmlns:a16="http://schemas.microsoft.com/office/drawing/2014/main" id="{E2BDDDEF-C999-7A8D-AE1D-89507AEC2968}"/>
              </a:ext>
            </a:extLst>
          </p:cNvPr>
          <p:cNvSpPr txBox="1"/>
          <p:nvPr/>
        </p:nvSpPr>
        <p:spPr>
          <a:xfrm>
            <a:off x="6188785" y="1350496"/>
            <a:ext cx="5486400" cy="4482565"/>
          </a:xfrm>
          <a:prstGeom prst="rect">
            <a:avLst/>
          </a:prstGeom>
          <a:solidFill>
            <a:schemeClr val="accent4">
              <a:lumMod val="20000"/>
              <a:lumOff val="80000"/>
            </a:schemeClr>
          </a:solidFill>
        </p:spPr>
        <p:txBody>
          <a:bodyPr wrap="square" lIns="0" tIns="0" rIns="0" bIns="0" rtlCol="0">
            <a:noAutofit/>
          </a:bodyPr>
          <a:lstStyle>
            <a:defPPr>
              <a:defRPr lang="en-US"/>
            </a:defPPr>
            <a:lvl1pPr marL="91440"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48"/>
                </a:solidFill>
                <a:effectLst/>
                <a:uLnTx/>
                <a:uFillTx/>
                <a:latin typeface="Arial" panose="020B0604020202020204"/>
              </a:defRPr>
            </a:lvl1pPr>
          </a:lstStyle>
          <a:p>
            <a:endParaRPr lang="en-US" dirty="0"/>
          </a:p>
        </p:txBody>
      </p:sp>
      <p:sp>
        <p:nvSpPr>
          <p:cNvPr id="5" name="Arrow: Pentagon 4">
            <a:extLst>
              <a:ext uri="{FF2B5EF4-FFF2-40B4-BE49-F238E27FC236}">
                <a16:creationId xmlns:a16="http://schemas.microsoft.com/office/drawing/2014/main" id="{525EBED6-B2DB-B91B-284D-B232A7F40575}"/>
              </a:ext>
            </a:extLst>
          </p:cNvPr>
          <p:cNvSpPr/>
          <p:nvPr/>
        </p:nvSpPr>
        <p:spPr>
          <a:xfrm>
            <a:off x="516815" y="1024940"/>
            <a:ext cx="3924300" cy="392662"/>
          </a:xfrm>
          <a:prstGeom prst="homePlate">
            <a:avLst>
              <a:gd name="adj" fmla="val 35192"/>
            </a:avLst>
          </a:prstGeom>
          <a:solidFill>
            <a:srgbClr val="000048"/>
          </a:solidFill>
          <a:ln w="12700" cap="flat" cmpd="sng" algn="ctr">
            <a:noFill/>
            <a:prstDash val="solid"/>
            <a:miter lim="800000"/>
          </a:ln>
          <a:effectLst/>
        </p:spPr>
        <p:txBody>
          <a:bodyPr rtlCol="0" anchor="ctr"/>
          <a:lstStyle/>
          <a:p>
            <a:pPr marL="0" marR="0" lvl="0" indent="0" defTabSz="684638"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bg1"/>
                </a:solidFill>
                <a:effectLst/>
                <a:uLnTx/>
                <a:uFillTx/>
                <a:latin typeface="+mj-lt"/>
                <a:ea typeface="Segoe UI" panose="020B0502040204020203" pitchFamily="34" charset="0"/>
                <a:cs typeface="Arial" panose="020B0604020202020204" pitchFamily="34" charset="0"/>
              </a:rPr>
              <a:t>Uniqueness / Innovativeness</a:t>
            </a:r>
          </a:p>
        </p:txBody>
      </p:sp>
      <p:sp>
        <p:nvSpPr>
          <p:cNvPr id="6" name="Content Placeholder 9">
            <a:extLst>
              <a:ext uri="{FF2B5EF4-FFF2-40B4-BE49-F238E27FC236}">
                <a16:creationId xmlns:a16="http://schemas.microsoft.com/office/drawing/2014/main" id="{F293E2CD-A5B9-36EA-2CDA-4A9098BC00B6}"/>
              </a:ext>
            </a:extLst>
          </p:cNvPr>
          <p:cNvSpPr>
            <a:spLocks noGrp="1"/>
          </p:cNvSpPr>
          <p:nvPr>
            <p:ph sz="quarter" idx="21"/>
          </p:nvPr>
        </p:nvSpPr>
        <p:spPr>
          <a:xfrm>
            <a:off x="633247" y="1584960"/>
            <a:ext cx="5229073" cy="4248100"/>
          </a:xfrm>
        </p:spPr>
        <p:txBody>
          <a:bodyPr/>
          <a:lstStyle/>
          <a:p>
            <a:pPr>
              <a:lnSpc>
                <a:spcPts val="2200"/>
              </a:lnSpc>
            </a:pPr>
            <a:r>
              <a:rPr lang="en-US" sz="1400" dirty="0">
                <a:solidFill>
                  <a:schemeClr val="tx2"/>
                </a:solidFill>
              </a:rPr>
              <a:t>What makes ClaimFlow uniquely different:</a:t>
            </a:r>
          </a:p>
          <a:p>
            <a:pPr marL="285750" indent="-285750">
              <a:buFont typeface="Arial" panose="020B0604020202020204" pitchFamily="34" charset="0"/>
              <a:buChar char="•"/>
            </a:pPr>
            <a:r>
              <a:rPr lang="en-US" sz="1400" dirty="0"/>
              <a:t>Focuses on helping the customer before claim submission, not just processing claims after submission </a:t>
            </a:r>
          </a:p>
          <a:p>
            <a:pPr marL="285750" indent="-285750">
              <a:buFont typeface="Arial" panose="020B0604020202020204" pitchFamily="34" charset="0"/>
              <a:buChar char="•"/>
            </a:pPr>
            <a:r>
              <a:rPr lang="en-US" sz="1400" dirty="0"/>
              <a:t>Helps users understand what documents and proofs are required </a:t>
            </a:r>
          </a:p>
          <a:p>
            <a:pPr marL="285750" indent="-285750">
              <a:buFont typeface="Arial" panose="020B0604020202020204" pitchFamily="34" charset="0"/>
              <a:buChar char="•"/>
            </a:pPr>
            <a:r>
              <a:rPr lang="en-US" sz="1400" dirty="0"/>
              <a:t>Assists users in preparing for negotiation with insurance agents </a:t>
            </a:r>
          </a:p>
          <a:p>
            <a:pPr marL="285750" indent="-285750">
              <a:buFont typeface="Arial" panose="020B0604020202020204" pitchFamily="34" charset="0"/>
              <a:buChar char="•"/>
            </a:pPr>
            <a:r>
              <a:rPr lang="en-US" sz="1400" dirty="0"/>
              <a:t>Provides estimated damage value and possible settlement guidance </a:t>
            </a:r>
          </a:p>
          <a:p>
            <a:pPr marL="285750" indent="-285750">
              <a:buFont typeface="Arial" panose="020B0604020202020204" pitchFamily="34" charset="0"/>
              <a:buChar char="•"/>
            </a:pPr>
            <a:r>
              <a:rPr lang="en-US" sz="1400" dirty="0"/>
              <a:t>Reduces dependency on middlemen and manual guidance </a:t>
            </a:r>
          </a:p>
          <a:p>
            <a:pPr marL="285750" indent="-285750">
              <a:buFont typeface="Arial" panose="020B0604020202020204" pitchFamily="34" charset="0"/>
              <a:buChar char="•"/>
            </a:pPr>
            <a:r>
              <a:rPr lang="en-US" sz="1400" dirty="0"/>
              <a:t>Designed to support common users, including rural and first-time claimants </a:t>
            </a:r>
          </a:p>
          <a:p>
            <a:pPr marL="285750" indent="-285750">
              <a:buFont typeface="Arial" panose="020B0604020202020204" pitchFamily="34" charset="0"/>
              <a:buChar char="•"/>
            </a:pPr>
            <a:r>
              <a:rPr lang="en-US" sz="1400" dirty="0"/>
              <a:t>Works across multiple insurance types such as crop, health, motor, and property insurance </a:t>
            </a:r>
          </a:p>
          <a:p>
            <a:pPr indent="-122238">
              <a:spcBef>
                <a:spcPts val="0"/>
              </a:spcBef>
              <a:defRPr/>
            </a:pPr>
            <a:endParaRPr lang="en-US" sz="1400" dirty="0">
              <a:solidFill>
                <a:schemeClr val="tx2"/>
              </a:solidFill>
            </a:endParaRPr>
          </a:p>
        </p:txBody>
      </p:sp>
      <p:sp>
        <p:nvSpPr>
          <p:cNvPr id="9" name="Arrow: Pentagon 8">
            <a:extLst>
              <a:ext uri="{FF2B5EF4-FFF2-40B4-BE49-F238E27FC236}">
                <a16:creationId xmlns:a16="http://schemas.microsoft.com/office/drawing/2014/main" id="{65185B65-BFBE-8996-BFCB-A93D2E21224C}"/>
              </a:ext>
            </a:extLst>
          </p:cNvPr>
          <p:cNvSpPr/>
          <p:nvPr/>
        </p:nvSpPr>
        <p:spPr>
          <a:xfrm>
            <a:off x="6188785" y="1024939"/>
            <a:ext cx="4522758" cy="414434"/>
          </a:xfrm>
          <a:prstGeom prst="homePlate">
            <a:avLst>
              <a:gd name="adj" fmla="val 35192"/>
            </a:avLst>
          </a:prstGeom>
          <a:solidFill>
            <a:srgbClr val="000048"/>
          </a:solidFill>
          <a:ln w="12700" cap="flat" cmpd="sng" algn="ctr">
            <a:noFill/>
            <a:prstDash val="solid"/>
            <a:miter lim="800000"/>
          </a:ln>
          <a:effectLst/>
        </p:spPr>
        <p:txBody>
          <a:bodyPr rtlCol="0" anchor="ctr"/>
          <a:lstStyle/>
          <a:p>
            <a:pPr marL="0" marR="0" lvl="0" indent="0" defTabSz="684638" eaLnBrk="0" fontAlgn="base" latinLnBrk="0" hangingPunct="0">
              <a:lnSpc>
                <a:spcPct val="100000"/>
              </a:lnSpc>
              <a:spcBef>
                <a:spcPct val="0"/>
              </a:spcBef>
              <a:spcAft>
                <a:spcPct val="0"/>
              </a:spcAft>
              <a:buClrTx/>
              <a:buSzTx/>
              <a:buFontTx/>
              <a:buNone/>
              <a:tabLst/>
              <a:defRPr/>
            </a:pPr>
            <a:r>
              <a:rPr lang="en-US" sz="1600" b="1" kern="0" dirty="0">
                <a:solidFill>
                  <a:schemeClr val="bg1"/>
                </a:solidFill>
                <a:latin typeface="+mj-lt"/>
                <a:ea typeface="Segoe UI" panose="020B0502040204020203" pitchFamily="34" charset="0"/>
                <a:cs typeface="Arial" panose="020B0604020202020204" pitchFamily="34" charset="0"/>
              </a:rPr>
              <a:t>Business</a:t>
            </a:r>
            <a:r>
              <a:rPr kumimoji="0" lang="en-US" sz="1600" b="1" i="0" u="none" strike="noStrike" kern="0" cap="none" spc="0" normalizeH="0" baseline="0" noProof="0" dirty="0">
                <a:ln>
                  <a:noFill/>
                </a:ln>
                <a:solidFill>
                  <a:schemeClr val="bg1"/>
                </a:solidFill>
                <a:effectLst/>
                <a:uLnTx/>
                <a:uFillTx/>
                <a:latin typeface="+mj-lt"/>
                <a:ea typeface="Segoe UI" panose="020B0502040204020203" pitchFamily="34" charset="0"/>
                <a:cs typeface="Arial" panose="020B0604020202020204" pitchFamily="34" charset="0"/>
              </a:rPr>
              <a:t> Impact</a:t>
            </a:r>
          </a:p>
        </p:txBody>
      </p:sp>
      <p:sp>
        <p:nvSpPr>
          <p:cNvPr id="11" name="Content Placeholder 9">
            <a:extLst>
              <a:ext uri="{FF2B5EF4-FFF2-40B4-BE49-F238E27FC236}">
                <a16:creationId xmlns:a16="http://schemas.microsoft.com/office/drawing/2014/main" id="{EA194955-6208-156E-96F5-58AEA47DF8BA}"/>
              </a:ext>
            </a:extLst>
          </p:cNvPr>
          <p:cNvSpPr txBox="1">
            <a:spLocks/>
          </p:cNvSpPr>
          <p:nvPr/>
        </p:nvSpPr>
        <p:spPr>
          <a:xfrm>
            <a:off x="6339840" y="1584960"/>
            <a:ext cx="5218913" cy="4248101"/>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300" dirty="0"/>
          </a:p>
          <a:p>
            <a:r>
              <a:rPr lang="en-US" sz="1300" dirty="0" err="1"/>
              <a:t>ClaimFlow</a:t>
            </a:r>
            <a:r>
              <a:rPr lang="en-US" sz="1300" dirty="0"/>
              <a:t> reduces the complexity and uncertainty faced by insurance claimants by helping them prepare stronger and more accurate claims.</a:t>
            </a:r>
          </a:p>
          <a:p>
            <a:r>
              <a:rPr lang="en-US" sz="1300" dirty="0"/>
              <a:t> This can significantly reduce:</a:t>
            </a:r>
          </a:p>
          <a:p>
            <a:pPr marL="865188" lvl="1" indent="-285750"/>
            <a:r>
              <a:rPr lang="en-US" sz="1300" dirty="0"/>
              <a:t>claim delays, </a:t>
            </a:r>
          </a:p>
          <a:p>
            <a:pPr marL="865188" lvl="1" indent="-285750"/>
            <a:r>
              <a:rPr lang="en-US" sz="1300" dirty="0"/>
              <a:t>incomplete submissions, </a:t>
            </a:r>
          </a:p>
          <a:p>
            <a:pPr marL="865188" lvl="1" indent="-285750"/>
            <a:r>
              <a:rPr lang="en-US" sz="1300" dirty="0"/>
              <a:t>fraudulent activities, </a:t>
            </a:r>
          </a:p>
          <a:p>
            <a:pPr marL="865188" lvl="1" indent="-285750"/>
            <a:r>
              <a:rPr lang="en-US" sz="1300" dirty="0"/>
              <a:t>settlement disputes, </a:t>
            </a:r>
          </a:p>
          <a:p>
            <a:pPr marL="865188" lvl="1" indent="-285750"/>
            <a:r>
              <a:rPr lang="en-US" sz="1300" dirty="0"/>
              <a:t>manual verification workload. </a:t>
            </a:r>
          </a:p>
          <a:p>
            <a:r>
              <a:rPr lang="en-US" sz="1300" dirty="0"/>
              <a:t>For customers, the platform improves transparency, awareness, and confidence during negotiations with insurance agents. For insurers, it can reduce operational overhead, improve claim quality, and accelerate claim validation workflows.</a:t>
            </a:r>
          </a:p>
          <a:p>
            <a:r>
              <a:rPr lang="en-US" sz="1300" dirty="0"/>
              <a:t>By combining AI-driven document intelligence, settlement estimation, and fraud-risk interpretation, </a:t>
            </a:r>
            <a:r>
              <a:rPr lang="en-US" sz="1300" dirty="0" err="1"/>
              <a:t>ClaimFlow</a:t>
            </a:r>
            <a:r>
              <a:rPr lang="en-US" sz="1300" dirty="0"/>
              <a:t> creates a scalable foundation for faster, fairer, and more accessible insurance claim assistance</a:t>
            </a:r>
          </a:p>
          <a:p>
            <a:endParaRPr lang="en-US" sz="1400" dirty="0">
              <a:solidFill>
                <a:schemeClr val="tx2"/>
              </a:solidFill>
            </a:endParaRPr>
          </a:p>
        </p:txBody>
      </p:sp>
    </p:spTree>
    <p:extLst>
      <p:ext uri="{BB962C8B-B14F-4D97-AF65-F5344CB8AC3E}">
        <p14:creationId xmlns:p14="http://schemas.microsoft.com/office/powerpoint/2010/main" val="1810024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A1E35-8838-5ED2-C5B6-BF0A77C9C8F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5DC7086-439C-EB5A-C32E-4C92E219C031}"/>
              </a:ext>
            </a:extLst>
          </p:cNvPr>
          <p:cNvSpPr/>
          <p:nvPr/>
        </p:nvSpPr>
        <p:spPr>
          <a:xfrm>
            <a:off x="0" y="-43779"/>
            <a:ext cx="12191999" cy="645535"/>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latin typeface="Arial" panose="020B0604020202020204"/>
            </a:endParaRPr>
          </a:p>
        </p:txBody>
      </p:sp>
      <p:sp>
        <p:nvSpPr>
          <p:cNvPr id="4" name="Footer Placeholder 3">
            <a:extLst>
              <a:ext uri="{FF2B5EF4-FFF2-40B4-BE49-F238E27FC236}">
                <a16:creationId xmlns:a16="http://schemas.microsoft.com/office/drawing/2014/main" id="{B4F5D635-C241-439F-EEBB-4A22AD40DB3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rPr>
              <a:t>© 2026 Cognizant</a:t>
            </a:r>
          </a:p>
        </p:txBody>
      </p:sp>
      <p:sp>
        <p:nvSpPr>
          <p:cNvPr id="2" name="Slide Number Placeholder 1">
            <a:extLst>
              <a:ext uri="{FF2B5EF4-FFF2-40B4-BE49-F238E27FC236}">
                <a16:creationId xmlns:a16="http://schemas.microsoft.com/office/drawing/2014/main" id="{362A3B8E-042C-A09E-7539-8ACE13E39ED1}"/>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700" b="0" i="0" u="none" strike="noStrike" kern="1200" cap="none" spc="0" normalizeH="0" baseline="0" noProof="0">
              <a:ln>
                <a:noFill/>
              </a:ln>
              <a:solidFill>
                <a:srgbClr val="000048"/>
              </a:solidFill>
              <a:effectLst/>
              <a:uLnTx/>
              <a:uFillTx/>
              <a:latin typeface="Arial" panose="020B0604020202020204"/>
              <a:ea typeface="+mn-ea"/>
              <a:cs typeface="+mn-cs"/>
            </a:endParaRPr>
          </a:p>
        </p:txBody>
      </p:sp>
      <p:sp>
        <p:nvSpPr>
          <p:cNvPr id="7" name="Title 1">
            <a:extLst>
              <a:ext uri="{FF2B5EF4-FFF2-40B4-BE49-F238E27FC236}">
                <a16:creationId xmlns:a16="http://schemas.microsoft.com/office/drawing/2014/main" id="{AA02EDDE-EE21-402C-78DC-8B80CA95E61F}"/>
              </a:ext>
            </a:extLst>
          </p:cNvPr>
          <p:cNvSpPr txBox="1">
            <a:spLocks/>
          </p:cNvSpPr>
          <p:nvPr/>
        </p:nvSpPr>
        <p:spPr>
          <a:xfrm>
            <a:off x="457199" y="175236"/>
            <a:ext cx="5778632" cy="377964"/>
          </a:xfrm>
          <a:prstGeom prst="rect">
            <a:avLst/>
          </a:prstGeom>
        </p:spPr>
        <p:txBody>
          <a:bodyPr vert="horz" wrap="none" lIns="0" tIns="0" rIns="0" bIns="0" rtlCol="0" anchor="t" anchorCtr="0">
            <a:noAutofit/>
          </a:bodyPr>
          <a:lstStyle>
            <a:lvl1pPr algn="l" defTabSz="1219140" rtl="0" eaLnBrk="1" latinLnBrk="0" hangingPunct="1">
              <a:lnSpc>
                <a:spcPct val="90000"/>
              </a:lnSpc>
              <a:spcBef>
                <a:spcPct val="0"/>
              </a:spcBef>
              <a:buNone/>
              <a:defRPr sz="3200" b="1" kern="1200">
                <a:solidFill>
                  <a:schemeClr val="accent2"/>
                </a:solidFill>
                <a:latin typeface="Arial" panose="020B0604020202020204" pitchFamily="34" charset="0"/>
                <a:ea typeface="+mj-ea"/>
                <a:cs typeface="Arial" panose="020B0604020202020204" pitchFamily="34" charset="0"/>
              </a:defRPr>
            </a:lvl1pPr>
          </a:lstStyle>
          <a:p>
            <a:pPr marL="0" marR="0" lvl="0" indent="0" algn="l" defTabSz="121914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panose="020B0604020202020204"/>
                <a:ea typeface="+mj-ea"/>
                <a:cs typeface="Arial" panose="020B0604020202020204" pitchFamily="34" charset="0"/>
              </a:rPr>
              <a:t>ClaimFlow Agent Builder</a:t>
            </a:r>
            <a:endParaRPr kumimoji="0" lang="en-US" sz="2400" b="0" i="0" u="none" strike="noStrike" kern="1200" cap="none" spc="0" normalizeH="0" baseline="0" noProof="0">
              <a:ln>
                <a:noFill/>
              </a:ln>
              <a:solidFill>
                <a:srgbClr val="FFFFFF"/>
              </a:solidFill>
              <a:effectLst/>
              <a:uLnTx/>
              <a:uFillTx/>
              <a:latin typeface="Arial" panose="020B0604020202020204"/>
              <a:ea typeface="+mj-ea"/>
              <a:cs typeface="Arial" panose="020B0604020202020204" pitchFamily="34" charset="0"/>
            </a:endParaRPr>
          </a:p>
        </p:txBody>
      </p:sp>
      <p:sp>
        <p:nvSpPr>
          <p:cNvPr id="22" name="TextBox 21">
            <a:extLst>
              <a:ext uri="{FF2B5EF4-FFF2-40B4-BE49-F238E27FC236}">
                <a16:creationId xmlns:a16="http://schemas.microsoft.com/office/drawing/2014/main" id="{A7939F33-AEB3-9831-E36A-CF4583BA7FC1}"/>
              </a:ext>
            </a:extLst>
          </p:cNvPr>
          <p:cNvSpPr txBox="1"/>
          <p:nvPr/>
        </p:nvSpPr>
        <p:spPr>
          <a:xfrm>
            <a:off x="3910009" y="6528876"/>
            <a:ext cx="4206240" cy="153888"/>
          </a:xfrm>
          <a:prstGeom prst="rect">
            <a:avLst/>
          </a:prstGeom>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48"/>
                </a:solidFill>
                <a:effectLst/>
                <a:uLnTx/>
                <a:uFillTx/>
                <a:latin typeface="Arial" panose="020B0604020202020204"/>
                <a:ea typeface="+mn-ea"/>
                <a:cs typeface="+mn-cs"/>
              </a:rPr>
              <a:t>** Use additional slides to include other relevant details, as required. </a:t>
            </a:r>
          </a:p>
        </p:txBody>
      </p:sp>
      <p:sp>
        <p:nvSpPr>
          <p:cNvPr id="10" name="TextBox 9">
            <a:extLst>
              <a:ext uri="{FF2B5EF4-FFF2-40B4-BE49-F238E27FC236}">
                <a16:creationId xmlns:a16="http://schemas.microsoft.com/office/drawing/2014/main" id="{A8334A70-DDF9-CFF2-F8FA-4E342559EB10}"/>
              </a:ext>
            </a:extLst>
          </p:cNvPr>
          <p:cNvSpPr txBox="1"/>
          <p:nvPr/>
        </p:nvSpPr>
        <p:spPr>
          <a:xfrm>
            <a:off x="145554" y="997170"/>
            <a:ext cx="11900892" cy="5312190"/>
          </a:xfrm>
          <a:prstGeom prst="rect">
            <a:avLst/>
          </a:prstGeom>
          <a:solidFill>
            <a:schemeClr val="bg1"/>
          </a:solidFill>
          <a:ln>
            <a:solidFill>
              <a:schemeClr val="accent4">
                <a:lumMod val="50000"/>
              </a:schemeClr>
            </a:solidFill>
          </a:ln>
        </p:spPr>
        <p:txBody>
          <a:bodyPr wrap="square" lIns="0" tIns="0" rIns="0" bIns="0" rtlCol="0">
            <a:noAutofit/>
          </a:bodyPr>
          <a:lstStyle>
            <a:defPPr>
              <a:defRPr lang="en-US"/>
            </a:defPPr>
            <a:lvl1pPr marL="91440"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48"/>
                </a:solidFill>
                <a:effectLst/>
                <a:uLnTx/>
                <a:uFillTx/>
                <a:latin typeface="Arial" panose="020B0604020202020204"/>
              </a:defRPr>
            </a:lvl1pPr>
          </a:lstStyle>
          <a:p>
            <a:endParaRPr lang="en-US" dirty="0"/>
          </a:p>
        </p:txBody>
      </p:sp>
      <p:sp>
        <p:nvSpPr>
          <p:cNvPr id="5" name="Arrow: Pentagon 4">
            <a:extLst>
              <a:ext uri="{FF2B5EF4-FFF2-40B4-BE49-F238E27FC236}">
                <a16:creationId xmlns:a16="http://schemas.microsoft.com/office/drawing/2014/main" id="{4467C894-31FD-77B9-DD8C-EDB961BCFBDC}"/>
              </a:ext>
            </a:extLst>
          </p:cNvPr>
          <p:cNvSpPr/>
          <p:nvPr/>
        </p:nvSpPr>
        <p:spPr>
          <a:xfrm>
            <a:off x="145554" y="702458"/>
            <a:ext cx="5426785" cy="306232"/>
          </a:xfrm>
          <a:prstGeom prst="homePlate">
            <a:avLst>
              <a:gd name="adj" fmla="val 35192"/>
            </a:avLst>
          </a:prstGeom>
          <a:solidFill>
            <a:srgbClr val="000048"/>
          </a:solidFill>
          <a:ln w="12700" cap="flat" cmpd="sng" algn="ctr">
            <a:noFill/>
            <a:prstDash val="solid"/>
            <a:miter lim="800000"/>
          </a:ln>
          <a:effectLst/>
        </p:spPr>
        <p:txBody>
          <a:bodyPr rtlCol="0" anchor="ctr"/>
          <a:lstStyle/>
          <a:p>
            <a:pPr marL="0" marR="0" lvl="0" indent="0" defTabSz="684638"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bg1"/>
                </a:solidFill>
                <a:effectLst/>
                <a:uLnTx/>
                <a:uFillTx/>
                <a:latin typeface="+mj-lt"/>
                <a:ea typeface="Segoe UI" panose="020B0502040204020203" pitchFamily="34" charset="0"/>
                <a:cs typeface="Arial" panose="020B0604020202020204" pitchFamily="34" charset="0"/>
              </a:rPr>
              <a:t>Technical Design and architecture</a:t>
            </a:r>
          </a:p>
        </p:txBody>
      </p:sp>
      <p:sp>
        <p:nvSpPr>
          <p:cNvPr id="6" name="Content Placeholder 9">
            <a:extLst>
              <a:ext uri="{FF2B5EF4-FFF2-40B4-BE49-F238E27FC236}">
                <a16:creationId xmlns:a16="http://schemas.microsoft.com/office/drawing/2014/main" id="{EA4A1186-2DC0-71F3-F90D-A7CEECC535A5}"/>
              </a:ext>
            </a:extLst>
          </p:cNvPr>
          <p:cNvSpPr>
            <a:spLocks noGrp="1"/>
          </p:cNvSpPr>
          <p:nvPr>
            <p:ph sz="quarter" idx="21"/>
          </p:nvPr>
        </p:nvSpPr>
        <p:spPr>
          <a:xfrm>
            <a:off x="633247" y="1499755"/>
            <a:ext cx="10960039" cy="542837"/>
          </a:xfrm>
        </p:spPr>
        <p:txBody>
          <a:bodyPr/>
          <a:lstStyle/>
          <a:p>
            <a:pPr marL="285750" indent="-285750">
              <a:buFont typeface="Arial" panose="020B0604020202020204" pitchFamily="34" charset="0"/>
              <a:buChar char="•"/>
            </a:pPr>
            <a:endParaRPr lang="en-US" sz="1400" dirty="0"/>
          </a:p>
        </p:txBody>
      </p:sp>
      <p:pic>
        <p:nvPicPr>
          <p:cNvPr id="9" name="Picture 8">
            <a:extLst>
              <a:ext uri="{FF2B5EF4-FFF2-40B4-BE49-F238E27FC236}">
                <a16:creationId xmlns:a16="http://schemas.microsoft.com/office/drawing/2014/main" id="{9BEAD9B8-53E0-2C04-F063-0CB36ECC7AF3}"/>
              </a:ext>
            </a:extLst>
          </p:cNvPr>
          <p:cNvPicPr>
            <a:picLocks noChangeAspect="1"/>
          </p:cNvPicPr>
          <p:nvPr/>
        </p:nvPicPr>
        <p:blipFill>
          <a:blip r:embed="rId3"/>
          <a:srcRect t="8774" b="4799"/>
          <a:stretch>
            <a:fillRect/>
          </a:stretch>
        </p:blipFill>
        <p:spPr>
          <a:xfrm>
            <a:off x="145554" y="997170"/>
            <a:ext cx="11900892" cy="5312190"/>
          </a:xfrm>
          <a:prstGeom prst="rect">
            <a:avLst/>
          </a:prstGeom>
        </p:spPr>
      </p:pic>
    </p:spTree>
    <p:extLst>
      <p:ext uri="{BB962C8B-B14F-4D97-AF65-F5344CB8AC3E}">
        <p14:creationId xmlns:p14="http://schemas.microsoft.com/office/powerpoint/2010/main" val="509997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206B2-2B56-208C-1D8D-A2504C8A94D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FEBD7C2-ABAF-7D0F-B3A2-993B35CBBCB8}"/>
              </a:ext>
            </a:extLst>
          </p:cNvPr>
          <p:cNvSpPr/>
          <p:nvPr/>
        </p:nvSpPr>
        <p:spPr>
          <a:xfrm>
            <a:off x="0" y="-43779"/>
            <a:ext cx="12191999" cy="645535"/>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latin typeface="Arial" panose="020B0604020202020204"/>
            </a:endParaRPr>
          </a:p>
        </p:txBody>
      </p:sp>
      <p:sp>
        <p:nvSpPr>
          <p:cNvPr id="4" name="Footer Placeholder 3">
            <a:extLst>
              <a:ext uri="{FF2B5EF4-FFF2-40B4-BE49-F238E27FC236}">
                <a16:creationId xmlns:a16="http://schemas.microsoft.com/office/drawing/2014/main" id="{F3159DA6-B2BF-8792-AD1F-23DAFC8914D2}"/>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rPr>
              <a:t>© 2026 </a:t>
            </a: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Cognizant </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Slide Number Placeholder 1">
            <a:extLst>
              <a:ext uri="{FF2B5EF4-FFF2-40B4-BE49-F238E27FC236}">
                <a16:creationId xmlns:a16="http://schemas.microsoft.com/office/drawing/2014/main" id="{8D31B0EF-F52D-5F0F-23C8-7160847268E2}"/>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700" b="0" i="0" u="none" strike="noStrike" kern="1200" cap="none" spc="0" normalizeH="0" baseline="0" noProof="0">
              <a:ln>
                <a:noFill/>
              </a:ln>
              <a:solidFill>
                <a:srgbClr val="000048"/>
              </a:solidFill>
              <a:effectLst/>
              <a:uLnTx/>
              <a:uFillTx/>
              <a:latin typeface="Arial" panose="020B0604020202020204"/>
              <a:ea typeface="+mn-ea"/>
              <a:cs typeface="+mn-cs"/>
            </a:endParaRPr>
          </a:p>
        </p:txBody>
      </p:sp>
      <p:sp>
        <p:nvSpPr>
          <p:cNvPr id="7" name="Title 1">
            <a:extLst>
              <a:ext uri="{FF2B5EF4-FFF2-40B4-BE49-F238E27FC236}">
                <a16:creationId xmlns:a16="http://schemas.microsoft.com/office/drawing/2014/main" id="{D3B8E245-4828-3B89-44E7-B5C08C114BE2}"/>
              </a:ext>
            </a:extLst>
          </p:cNvPr>
          <p:cNvSpPr txBox="1">
            <a:spLocks/>
          </p:cNvSpPr>
          <p:nvPr/>
        </p:nvSpPr>
        <p:spPr>
          <a:xfrm>
            <a:off x="457199" y="175236"/>
            <a:ext cx="5778632" cy="377964"/>
          </a:xfrm>
          <a:prstGeom prst="rect">
            <a:avLst/>
          </a:prstGeom>
        </p:spPr>
        <p:txBody>
          <a:bodyPr vert="horz" wrap="none" lIns="0" tIns="0" rIns="0" bIns="0" rtlCol="0" anchor="t" anchorCtr="0">
            <a:noAutofit/>
          </a:bodyPr>
          <a:lstStyle>
            <a:lvl1pPr algn="l" defTabSz="1219140" rtl="0" eaLnBrk="1" latinLnBrk="0" hangingPunct="1">
              <a:lnSpc>
                <a:spcPct val="90000"/>
              </a:lnSpc>
              <a:spcBef>
                <a:spcPct val="0"/>
              </a:spcBef>
              <a:buNone/>
              <a:defRPr sz="3200" b="1" kern="1200">
                <a:solidFill>
                  <a:schemeClr val="accent2"/>
                </a:solidFill>
                <a:latin typeface="Arial" panose="020B0604020202020204" pitchFamily="34" charset="0"/>
                <a:ea typeface="+mj-ea"/>
                <a:cs typeface="Arial" panose="020B0604020202020204" pitchFamily="34" charset="0"/>
              </a:defRPr>
            </a:lvl1pPr>
          </a:lstStyle>
          <a:p>
            <a:pPr marL="0" marR="0" lvl="0" indent="0" algn="l" defTabSz="121914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panose="020B0604020202020204"/>
                <a:ea typeface="+mj-ea"/>
                <a:cs typeface="Arial" panose="020B0604020202020204" pitchFamily="34" charset="0"/>
              </a:rPr>
              <a:t>ClaimFlow Agent Builder</a:t>
            </a:r>
            <a:endParaRPr kumimoji="0" lang="en-US" sz="2400" b="0" i="0" u="none" strike="noStrike" kern="1200" cap="none" spc="0" normalizeH="0" baseline="0" noProof="0">
              <a:ln>
                <a:noFill/>
              </a:ln>
              <a:solidFill>
                <a:srgbClr val="FFFFFF"/>
              </a:solidFill>
              <a:effectLst/>
              <a:uLnTx/>
              <a:uFillTx/>
              <a:latin typeface="Arial" panose="020B0604020202020204"/>
              <a:ea typeface="+mj-ea"/>
              <a:cs typeface="Arial" panose="020B0604020202020204" pitchFamily="34" charset="0"/>
            </a:endParaRPr>
          </a:p>
        </p:txBody>
      </p:sp>
      <p:sp>
        <p:nvSpPr>
          <p:cNvPr id="10" name="TextBox 9">
            <a:extLst>
              <a:ext uri="{FF2B5EF4-FFF2-40B4-BE49-F238E27FC236}">
                <a16:creationId xmlns:a16="http://schemas.microsoft.com/office/drawing/2014/main" id="{E55A27B2-E9FC-31F0-BBA2-0630D60A0053}"/>
              </a:ext>
            </a:extLst>
          </p:cNvPr>
          <p:cNvSpPr txBox="1"/>
          <p:nvPr/>
        </p:nvSpPr>
        <p:spPr>
          <a:xfrm>
            <a:off x="516815" y="1350496"/>
            <a:ext cx="5486400" cy="4482565"/>
          </a:xfrm>
          <a:prstGeom prst="rect">
            <a:avLst/>
          </a:prstGeom>
          <a:solidFill>
            <a:schemeClr val="accent4">
              <a:lumMod val="20000"/>
              <a:lumOff val="80000"/>
            </a:schemeClr>
          </a:solidFill>
        </p:spPr>
        <p:txBody>
          <a:bodyPr wrap="square" lIns="0" tIns="0" rIns="0" bIns="0" rtlCol="0">
            <a:noAutofit/>
          </a:bodyPr>
          <a:lstStyle>
            <a:defPPr>
              <a:defRPr lang="en-US"/>
            </a:defPPr>
            <a:lvl1pPr marL="91440"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48"/>
                </a:solidFill>
                <a:effectLst/>
                <a:uLnTx/>
                <a:uFillTx/>
                <a:latin typeface="Arial" panose="020B0604020202020204"/>
              </a:defRPr>
            </a:lvl1pPr>
          </a:lstStyle>
          <a:p>
            <a:endParaRPr lang="en-US" dirty="0"/>
          </a:p>
        </p:txBody>
      </p:sp>
      <p:sp>
        <p:nvSpPr>
          <p:cNvPr id="12" name="TextBox 11">
            <a:extLst>
              <a:ext uri="{FF2B5EF4-FFF2-40B4-BE49-F238E27FC236}">
                <a16:creationId xmlns:a16="http://schemas.microsoft.com/office/drawing/2014/main" id="{4A2794A1-4959-3DC1-D2F8-05442DC7955A}"/>
              </a:ext>
            </a:extLst>
          </p:cNvPr>
          <p:cNvSpPr txBox="1"/>
          <p:nvPr/>
        </p:nvSpPr>
        <p:spPr>
          <a:xfrm>
            <a:off x="6188785" y="1350496"/>
            <a:ext cx="5486400" cy="4482565"/>
          </a:xfrm>
          <a:prstGeom prst="rect">
            <a:avLst/>
          </a:prstGeom>
          <a:solidFill>
            <a:schemeClr val="accent4">
              <a:lumMod val="20000"/>
              <a:lumOff val="80000"/>
            </a:schemeClr>
          </a:solidFill>
        </p:spPr>
        <p:txBody>
          <a:bodyPr wrap="square" lIns="0" tIns="0" rIns="0" bIns="0" rtlCol="0">
            <a:noAutofit/>
          </a:bodyPr>
          <a:lstStyle>
            <a:defPPr>
              <a:defRPr lang="en-US"/>
            </a:defPPr>
            <a:lvl1pPr marL="91440"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48"/>
                </a:solidFill>
                <a:effectLst/>
                <a:uLnTx/>
                <a:uFillTx/>
                <a:latin typeface="Arial" panose="020B0604020202020204"/>
              </a:defRPr>
            </a:lvl1pPr>
          </a:lstStyle>
          <a:p>
            <a:endParaRPr lang="en-US" dirty="0"/>
          </a:p>
        </p:txBody>
      </p:sp>
      <p:sp>
        <p:nvSpPr>
          <p:cNvPr id="5" name="Arrow: Pentagon 4">
            <a:extLst>
              <a:ext uri="{FF2B5EF4-FFF2-40B4-BE49-F238E27FC236}">
                <a16:creationId xmlns:a16="http://schemas.microsoft.com/office/drawing/2014/main" id="{4714BA1E-65C7-7C9C-3F08-0D0484356266}"/>
              </a:ext>
            </a:extLst>
          </p:cNvPr>
          <p:cNvSpPr/>
          <p:nvPr/>
        </p:nvSpPr>
        <p:spPr>
          <a:xfrm>
            <a:off x="516815" y="1044264"/>
            <a:ext cx="4799464" cy="325557"/>
          </a:xfrm>
          <a:prstGeom prst="homePlate">
            <a:avLst>
              <a:gd name="adj" fmla="val 35192"/>
            </a:avLst>
          </a:prstGeom>
          <a:solidFill>
            <a:srgbClr val="000048"/>
          </a:solidFill>
          <a:ln w="12700" cap="flat" cmpd="sng" algn="ctr">
            <a:noFill/>
            <a:prstDash val="solid"/>
            <a:miter lim="800000"/>
          </a:ln>
          <a:effectLst/>
        </p:spPr>
        <p:txBody>
          <a:bodyPr rtlCol="0" anchor="ctr"/>
          <a:lstStyle/>
          <a:p>
            <a:pPr marL="0" marR="0" lvl="0" indent="0" defTabSz="684638"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bg1"/>
                </a:solidFill>
                <a:effectLst/>
                <a:uLnTx/>
                <a:uFillTx/>
                <a:latin typeface="+mj-lt"/>
                <a:ea typeface="Segoe UI" panose="020B0502040204020203" pitchFamily="34" charset="0"/>
                <a:cs typeface="Arial" panose="020B0604020202020204" pitchFamily="34" charset="0"/>
              </a:rPr>
              <a:t>Scalable / Reusable</a:t>
            </a:r>
          </a:p>
        </p:txBody>
      </p:sp>
      <p:sp>
        <p:nvSpPr>
          <p:cNvPr id="6" name="Content Placeholder 9">
            <a:extLst>
              <a:ext uri="{FF2B5EF4-FFF2-40B4-BE49-F238E27FC236}">
                <a16:creationId xmlns:a16="http://schemas.microsoft.com/office/drawing/2014/main" id="{36AB9FD5-0256-0FA8-A120-BB544705251D}"/>
              </a:ext>
            </a:extLst>
          </p:cNvPr>
          <p:cNvSpPr>
            <a:spLocks noGrp="1"/>
          </p:cNvSpPr>
          <p:nvPr>
            <p:ph sz="quarter" idx="21"/>
          </p:nvPr>
        </p:nvSpPr>
        <p:spPr>
          <a:xfrm>
            <a:off x="684736" y="1158488"/>
            <a:ext cx="5223566" cy="4674574"/>
          </a:xfrm>
        </p:spPr>
        <p:txBody>
          <a:bodyPr/>
          <a:lstStyle/>
          <a:p>
            <a:endParaRPr lang="en-US" sz="1200" dirty="0">
              <a:solidFill>
                <a:srgbClr val="000048"/>
              </a:solidFill>
            </a:endParaRPr>
          </a:p>
          <a:p>
            <a:pPr>
              <a:spcBef>
                <a:spcPts val="0"/>
              </a:spcBef>
            </a:pPr>
            <a:endParaRPr lang="en-US" sz="1300" b="1" dirty="0">
              <a:solidFill>
                <a:srgbClr val="000048"/>
              </a:solidFill>
            </a:endParaRPr>
          </a:p>
          <a:p>
            <a:pPr>
              <a:spcBef>
                <a:spcPts val="0"/>
              </a:spcBef>
            </a:pPr>
            <a:r>
              <a:rPr lang="en-US" sz="1300" b="1" dirty="0">
                <a:solidFill>
                  <a:srgbClr val="000048"/>
                </a:solidFill>
              </a:rPr>
              <a:t>Real-World </a:t>
            </a:r>
            <a:r>
              <a:rPr lang="en-US" sz="1300" b="1" dirty="0" err="1">
                <a:solidFill>
                  <a:srgbClr val="000048"/>
                </a:solidFill>
              </a:rPr>
              <a:t>Deployability</a:t>
            </a:r>
            <a:r>
              <a:rPr lang="en-US" sz="1300" b="1" dirty="0">
                <a:solidFill>
                  <a:srgbClr val="000048"/>
                </a:solidFill>
              </a:rPr>
              <a:t> </a:t>
            </a:r>
          </a:p>
          <a:p>
            <a:pPr>
              <a:spcBef>
                <a:spcPts val="0"/>
              </a:spcBef>
            </a:pPr>
            <a:r>
              <a:rPr lang="en-US" sz="1300" dirty="0">
                <a:solidFill>
                  <a:srgbClr val="000048"/>
                </a:solidFill>
              </a:rPr>
              <a:t>End-to-end claim pipeline runs on AWS ECS Fargate — production-grade, zero server management.</a:t>
            </a:r>
          </a:p>
          <a:p>
            <a:pPr>
              <a:spcBef>
                <a:spcPts val="0"/>
              </a:spcBef>
            </a:pPr>
            <a:endParaRPr lang="en-US" sz="1300" dirty="0">
              <a:solidFill>
                <a:srgbClr val="000048"/>
              </a:solidFill>
            </a:endParaRPr>
          </a:p>
          <a:p>
            <a:pPr>
              <a:spcBef>
                <a:spcPts val="0"/>
              </a:spcBef>
            </a:pPr>
            <a:r>
              <a:rPr lang="en-US" sz="1300" b="1" dirty="0">
                <a:solidFill>
                  <a:srgbClr val="000048"/>
                </a:solidFill>
              </a:rPr>
              <a:t>Multi-Insurer Configuration</a:t>
            </a:r>
          </a:p>
          <a:p>
            <a:pPr>
              <a:spcBef>
                <a:spcPts val="0"/>
              </a:spcBef>
            </a:pPr>
            <a:r>
              <a:rPr lang="en-US" sz="1300" dirty="0">
                <a:solidFill>
                  <a:srgbClr val="000048"/>
                </a:solidFill>
              </a:rPr>
              <a:t>MCP custom tools (Parts Price, IRDAI Reg, Hospital Rate) are swappable per insurer. </a:t>
            </a:r>
            <a:r>
              <a:rPr lang="en-US" sz="1300" dirty="0" err="1">
                <a:solidFill>
                  <a:srgbClr val="000048"/>
                </a:solidFill>
              </a:rPr>
              <a:t>LangGraph</a:t>
            </a:r>
            <a:r>
              <a:rPr lang="en-US" sz="1300" dirty="0">
                <a:solidFill>
                  <a:srgbClr val="000048"/>
                </a:solidFill>
              </a:rPr>
              <a:t> state machine adapts routing rules without code changes.</a:t>
            </a:r>
          </a:p>
          <a:p>
            <a:pPr>
              <a:spcBef>
                <a:spcPts val="0"/>
              </a:spcBef>
            </a:pPr>
            <a:endParaRPr lang="en-US" sz="1300" dirty="0">
              <a:solidFill>
                <a:srgbClr val="000048"/>
              </a:solidFill>
            </a:endParaRPr>
          </a:p>
          <a:p>
            <a:pPr>
              <a:spcBef>
                <a:spcPts val="0"/>
              </a:spcBef>
            </a:pPr>
            <a:r>
              <a:rPr lang="en-US" sz="1300" b="1" dirty="0">
                <a:solidFill>
                  <a:srgbClr val="000048"/>
                </a:solidFill>
              </a:rPr>
              <a:t>Multilingual by Design</a:t>
            </a:r>
          </a:p>
          <a:p>
            <a:pPr>
              <a:spcBef>
                <a:spcPts val="0"/>
              </a:spcBef>
            </a:pPr>
            <a:r>
              <a:rPr lang="en-US" sz="1300" dirty="0">
                <a:solidFill>
                  <a:srgbClr val="000048"/>
                </a:solidFill>
              </a:rPr>
              <a:t>Bhashini + AWS Transcribe supports 11 languages — deploy across India's linguistic diversity from day one.</a:t>
            </a:r>
          </a:p>
          <a:p>
            <a:pPr>
              <a:spcBef>
                <a:spcPts val="0"/>
              </a:spcBef>
            </a:pPr>
            <a:endParaRPr lang="en-US" sz="1300" b="1" dirty="0">
              <a:solidFill>
                <a:srgbClr val="000048"/>
              </a:solidFill>
            </a:endParaRPr>
          </a:p>
          <a:p>
            <a:pPr>
              <a:spcBef>
                <a:spcPts val="0"/>
              </a:spcBef>
            </a:pPr>
            <a:r>
              <a:rPr lang="en-US" sz="1300" b="1" dirty="0">
                <a:solidFill>
                  <a:srgbClr val="000048"/>
                </a:solidFill>
              </a:rPr>
              <a:t>Modular Agent Architecture</a:t>
            </a:r>
          </a:p>
          <a:p>
            <a:pPr>
              <a:spcBef>
                <a:spcPts val="0"/>
              </a:spcBef>
            </a:pPr>
            <a:r>
              <a:rPr lang="en-US" sz="1300" dirty="0">
                <a:solidFill>
                  <a:srgbClr val="000048"/>
                </a:solidFill>
              </a:rPr>
              <a:t>Each agent (Vision, Forensic, Policy Auditor, Guardrails) is independently deployable. Swap Claude 3.5 Sonnet for any Bedrock model. Add new Strands tools without rewriting orchestration.</a:t>
            </a:r>
          </a:p>
          <a:p>
            <a:endParaRPr lang="en-US" sz="1300" dirty="0">
              <a:solidFill>
                <a:srgbClr val="000048"/>
              </a:solidFill>
            </a:endParaRPr>
          </a:p>
          <a:p>
            <a:pPr>
              <a:spcBef>
                <a:spcPts val="0"/>
              </a:spcBef>
            </a:pPr>
            <a:r>
              <a:rPr lang="en-US" sz="1300" b="1" dirty="0">
                <a:solidFill>
                  <a:srgbClr val="000048"/>
                </a:solidFill>
              </a:rPr>
              <a:t>React Flow No-Code Canvas</a:t>
            </a:r>
          </a:p>
          <a:p>
            <a:pPr>
              <a:spcBef>
                <a:spcPts val="0"/>
              </a:spcBef>
            </a:pPr>
            <a:r>
              <a:rPr lang="en-US" sz="1300" dirty="0">
                <a:solidFill>
                  <a:srgbClr val="000048"/>
                </a:solidFill>
              </a:rPr>
              <a:t>Non-technical teams can visually configure claim workflows via drag-and-drop, reducing IT dependency for adapting to new business rules.</a:t>
            </a:r>
          </a:p>
          <a:p>
            <a:pPr marL="91440" lvl="0">
              <a:spcBef>
                <a:spcPts val="0"/>
              </a:spcBef>
              <a:defRPr/>
            </a:pPr>
            <a:endParaRPr lang="en-US" sz="1200" dirty="0">
              <a:solidFill>
                <a:srgbClr val="000048"/>
              </a:solidFill>
            </a:endParaRPr>
          </a:p>
        </p:txBody>
      </p:sp>
      <p:sp>
        <p:nvSpPr>
          <p:cNvPr id="9" name="Arrow: Pentagon 8">
            <a:extLst>
              <a:ext uri="{FF2B5EF4-FFF2-40B4-BE49-F238E27FC236}">
                <a16:creationId xmlns:a16="http://schemas.microsoft.com/office/drawing/2014/main" id="{5CF91496-85DD-D02F-082E-D49F7DFA647E}"/>
              </a:ext>
            </a:extLst>
          </p:cNvPr>
          <p:cNvSpPr/>
          <p:nvPr/>
        </p:nvSpPr>
        <p:spPr>
          <a:xfrm>
            <a:off x="6188785" y="1024939"/>
            <a:ext cx="4156694" cy="344882"/>
          </a:xfrm>
          <a:prstGeom prst="homePlate">
            <a:avLst>
              <a:gd name="adj" fmla="val 35192"/>
            </a:avLst>
          </a:prstGeom>
          <a:solidFill>
            <a:srgbClr val="000048"/>
          </a:solidFill>
          <a:ln w="12700" cap="flat" cmpd="sng" algn="ctr">
            <a:noFill/>
            <a:prstDash val="solid"/>
            <a:miter lim="800000"/>
          </a:ln>
          <a:effectLst/>
        </p:spPr>
        <p:txBody>
          <a:bodyPr rtlCol="0" anchor="ctr"/>
          <a:lstStyle/>
          <a:p>
            <a:pPr marL="0" marR="0" lvl="0" indent="0" defTabSz="684638"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bg1"/>
                </a:solidFill>
                <a:effectLst/>
                <a:uLnTx/>
                <a:uFillTx/>
                <a:latin typeface="+mj-lt"/>
                <a:ea typeface="Segoe UI" panose="020B0502040204020203" pitchFamily="34" charset="0"/>
                <a:cs typeface="Arial" panose="020B0604020202020204" pitchFamily="34" charset="0"/>
              </a:rPr>
              <a:t>Roadmap</a:t>
            </a:r>
          </a:p>
        </p:txBody>
      </p:sp>
      <p:sp>
        <p:nvSpPr>
          <p:cNvPr id="11" name="Content Placeholder 9">
            <a:extLst>
              <a:ext uri="{FF2B5EF4-FFF2-40B4-BE49-F238E27FC236}">
                <a16:creationId xmlns:a16="http://schemas.microsoft.com/office/drawing/2014/main" id="{FA7FA394-9C18-5BA5-A7E4-5BC0E1FA68C8}"/>
              </a:ext>
            </a:extLst>
          </p:cNvPr>
          <p:cNvSpPr txBox="1">
            <a:spLocks/>
          </p:cNvSpPr>
          <p:nvPr/>
        </p:nvSpPr>
        <p:spPr>
          <a:xfrm>
            <a:off x="6235831" y="1439373"/>
            <a:ext cx="5029200" cy="954825"/>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
              <a:spcBef>
                <a:spcPts val="0"/>
              </a:spcBef>
              <a:defRPr/>
            </a:pPr>
            <a:endParaRPr lang="en-US" sz="1400" dirty="0">
              <a:solidFill>
                <a:srgbClr val="000048"/>
              </a:solidFill>
            </a:endParaRPr>
          </a:p>
        </p:txBody>
      </p:sp>
      <p:sp>
        <p:nvSpPr>
          <p:cNvPr id="17" name="TextBox 16">
            <a:extLst>
              <a:ext uri="{FF2B5EF4-FFF2-40B4-BE49-F238E27FC236}">
                <a16:creationId xmlns:a16="http://schemas.microsoft.com/office/drawing/2014/main" id="{C9ECDD8B-5B8F-02F0-DEB3-287EF640CDED}"/>
              </a:ext>
            </a:extLst>
          </p:cNvPr>
          <p:cNvSpPr txBox="1"/>
          <p:nvPr/>
        </p:nvSpPr>
        <p:spPr>
          <a:xfrm>
            <a:off x="6319520" y="1561293"/>
            <a:ext cx="5273040" cy="4393688"/>
          </a:xfrm>
          <a:prstGeom prst="rect">
            <a:avLst/>
          </a:prstGeom>
          <a:noFill/>
        </p:spPr>
        <p:txBody>
          <a:bodyPr wrap="square" lIns="0" tIns="0" rIns="0" bIns="0" rtlCol="0">
            <a:noAutofit/>
          </a:bodyPr>
          <a:lstStyle/>
          <a:p>
            <a:r>
              <a:rPr lang="en-IN" sz="1400" b="1" dirty="0">
                <a:solidFill>
                  <a:srgbClr val="000048"/>
                </a:solidFill>
              </a:rPr>
              <a:t>Phase 1 — Propensity Modelling</a:t>
            </a:r>
          </a:p>
          <a:p>
            <a:r>
              <a:rPr lang="en-IN" sz="1400" dirty="0">
                <a:solidFill>
                  <a:srgbClr val="000048"/>
                </a:solidFill>
              </a:rPr>
              <a:t>Build customer propensity models using historical claims data and ML to predict fraud likelihood, churn risk, and upsell opportunities — enabling proactive insurer interventions before claims are filed.</a:t>
            </a:r>
          </a:p>
          <a:p>
            <a:br>
              <a:rPr lang="en-IN" sz="1400" dirty="0">
                <a:solidFill>
                  <a:srgbClr val="000048"/>
                </a:solidFill>
              </a:rPr>
            </a:br>
            <a:endParaRPr lang="en-IN" sz="1400" dirty="0">
              <a:solidFill>
                <a:srgbClr val="000048"/>
              </a:solidFill>
            </a:endParaRPr>
          </a:p>
          <a:p>
            <a:r>
              <a:rPr lang="en-IN" sz="1400" b="1" dirty="0">
                <a:solidFill>
                  <a:srgbClr val="000048"/>
                </a:solidFill>
              </a:rPr>
              <a:t>Phase 2 — Sustainable AI (Green LLM)</a:t>
            </a:r>
          </a:p>
          <a:p>
            <a:r>
              <a:rPr lang="en-IN" sz="1400" dirty="0">
                <a:solidFill>
                  <a:srgbClr val="000048"/>
                </a:solidFill>
              </a:rPr>
              <a:t>Implement quantization, knowledge distillation, and energy-aware prompting to reduce the carbon footprint of LLM inference. Target: 40–60% reduction in GPU compute per claim processed on Bedrock.</a:t>
            </a:r>
          </a:p>
          <a:p>
            <a:br>
              <a:rPr lang="en-IN" sz="1400" dirty="0">
                <a:solidFill>
                  <a:srgbClr val="000048"/>
                </a:solidFill>
              </a:rPr>
            </a:br>
            <a:endParaRPr lang="en-IN" sz="1400" b="1" dirty="0">
              <a:solidFill>
                <a:srgbClr val="000048"/>
              </a:solidFill>
            </a:endParaRPr>
          </a:p>
          <a:p>
            <a:r>
              <a:rPr lang="en-IN" sz="1400" b="1" dirty="0">
                <a:solidFill>
                  <a:srgbClr val="000048"/>
                </a:solidFill>
              </a:rPr>
              <a:t>Phase 3 — Multimodal Intelligence</a:t>
            </a:r>
          </a:p>
          <a:p>
            <a:r>
              <a:rPr lang="en-IN" sz="1400" dirty="0">
                <a:solidFill>
                  <a:srgbClr val="000048"/>
                </a:solidFill>
              </a:rPr>
              <a:t>Expand Vision Agent to ingest video dashcam footage, audio witness statements, satellite imagery, and IoT sensor data simultaneously — enabling holistic risk scoring and faster settlement decisions beyond static photos</a:t>
            </a:r>
            <a:r>
              <a:rPr lang="en-IN" sz="1200" dirty="0">
                <a:solidFill>
                  <a:srgbClr val="000048"/>
                </a:solidFill>
              </a:rPr>
              <a:t>.</a:t>
            </a:r>
          </a:p>
        </p:txBody>
      </p:sp>
    </p:spTree>
    <p:extLst>
      <p:ext uri="{BB962C8B-B14F-4D97-AF65-F5344CB8AC3E}">
        <p14:creationId xmlns:p14="http://schemas.microsoft.com/office/powerpoint/2010/main" val="442285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3D064-EAFE-DB48-C875-7A72766F2A4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B7A3DDB-AD6E-63E7-9B4B-6A2C987BAC3A}"/>
              </a:ext>
            </a:extLst>
          </p:cNvPr>
          <p:cNvSpPr/>
          <p:nvPr/>
        </p:nvSpPr>
        <p:spPr>
          <a:xfrm>
            <a:off x="0" y="-43779"/>
            <a:ext cx="12191999" cy="645535"/>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latin typeface="Arial" panose="020B0604020202020204"/>
            </a:endParaRPr>
          </a:p>
        </p:txBody>
      </p:sp>
      <p:sp>
        <p:nvSpPr>
          <p:cNvPr id="4" name="Footer Placeholder 3">
            <a:extLst>
              <a:ext uri="{FF2B5EF4-FFF2-40B4-BE49-F238E27FC236}">
                <a16:creationId xmlns:a16="http://schemas.microsoft.com/office/drawing/2014/main" id="{9D3422EE-9AFB-C1B0-8CA8-9171FD760725}"/>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rPr>
              <a:t>© 2026 </a:t>
            </a: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Cognizant </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Slide Number Placeholder 1">
            <a:extLst>
              <a:ext uri="{FF2B5EF4-FFF2-40B4-BE49-F238E27FC236}">
                <a16:creationId xmlns:a16="http://schemas.microsoft.com/office/drawing/2014/main" id="{27132D88-6B43-A9C2-198A-CDBA1044343C}"/>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700" b="0" i="0" u="none" strike="noStrike" kern="1200" cap="none" spc="0" normalizeH="0" baseline="0" noProof="0">
              <a:ln>
                <a:noFill/>
              </a:ln>
              <a:solidFill>
                <a:srgbClr val="000048"/>
              </a:solidFill>
              <a:effectLst/>
              <a:uLnTx/>
              <a:uFillTx/>
              <a:latin typeface="Arial" panose="020B0604020202020204"/>
              <a:ea typeface="+mn-ea"/>
              <a:cs typeface="+mn-cs"/>
            </a:endParaRPr>
          </a:p>
        </p:txBody>
      </p:sp>
      <p:sp>
        <p:nvSpPr>
          <p:cNvPr id="7" name="Title 1">
            <a:extLst>
              <a:ext uri="{FF2B5EF4-FFF2-40B4-BE49-F238E27FC236}">
                <a16:creationId xmlns:a16="http://schemas.microsoft.com/office/drawing/2014/main" id="{6CC153B5-DCA5-03F3-3AB5-E0EAAC76085A}"/>
              </a:ext>
            </a:extLst>
          </p:cNvPr>
          <p:cNvSpPr txBox="1">
            <a:spLocks/>
          </p:cNvSpPr>
          <p:nvPr/>
        </p:nvSpPr>
        <p:spPr>
          <a:xfrm>
            <a:off x="457199" y="175236"/>
            <a:ext cx="5778632" cy="377964"/>
          </a:xfrm>
          <a:prstGeom prst="rect">
            <a:avLst/>
          </a:prstGeom>
        </p:spPr>
        <p:txBody>
          <a:bodyPr vert="horz" wrap="none" lIns="0" tIns="0" rIns="0" bIns="0" rtlCol="0" anchor="t" anchorCtr="0">
            <a:noAutofit/>
          </a:bodyPr>
          <a:lstStyle>
            <a:lvl1pPr algn="l" defTabSz="1219140" rtl="0" eaLnBrk="1" latinLnBrk="0" hangingPunct="1">
              <a:lnSpc>
                <a:spcPct val="90000"/>
              </a:lnSpc>
              <a:spcBef>
                <a:spcPct val="0"/>
              </a:spcBef>
              <a:buNone/>
              <a:defRPr sz="3200" b="1" kern="1200">
                <a:solidFill>
                  <a:schemeClr val="accent2"/>
                </a:solidFill>
                <a:latin typeface="Arial" panose="020B0604020202020204" pitchFamily="34" charset="0"/>
                <a:ea typeface="+mj-ea"/>
                <a:cs typeface="Arial" panose="020B0604020202020204" pitchFamily="34" charset="0"/>
              </a:defRPr>
            </a:lvl1pPr>
          </a:lstStyle>
          <a:p>
            <a:pPr marL="0" marR="0" lvl="0" indent="0" algn="l" defTabSz="1219140" rtl="0" eaLnBrk="1" fontAlgn="auto" latinLnBrk="0" hangingPunct="1">
              <a:lnSpc>
                <a:spcPct val="9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rial" panose="020B0604020202020204"/>
              <a:ea typeface="+mj-ea"/>
              <a:cs typeface="Arial" panose="020B0604020202020204" pitchFamily="34" charset="0"/>
            </a:endParaRPr>
          </a:p>
        </p:txBody>
      </p:sp>
      <p:sp>
        <p:nvSpPr>
          <p:cNvPr id="16" name="AutoShape 6" descr="Generated image: ClaimFlow: Simplifying the farmer’s journey">
            <a:extLst>
              <a:ext uri="{FF2B5EF4-FFF2-40B4-BE49-F238E27FC236}">
                <a16:creationId xmlns:a16="http://schemas.microsoft.com/office/drawing/2014/main" id="{488F204D-7901-CBD8-207F-A55B744138E6}"/>
              </a:ext>
            </a:extLst>
          </p:cNvPr>
          <p:cNvSpPr>
            <a:spLocks noChangeAspect="1" noChangeArrowheads="1"/>
          </p:cNvSpPr>
          <p:nvPr/>
        </p:nvSpPr>
        <p:spPr bwMode="auto">
          <a:xfrm>
            <a:off x="1940560" y="-726440"/>
            <a:ext cx="4307840" cy="43078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8" name="Picture 17">
            <a:extLst>
              <a:ext uri="{FF2B5EF4-FFF2-40B4-BE49-F238E27FC236}">
                <a16:creationId xmlns:a16="http://schemas.microsoft.com/office/drawing/2014/main" id="{2C11D204-5080-E591-AFAC-482FC5D2DF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296" y="601756"/>
            <a:ext cx="10287000" cy="5788036"/>
          </a:xfrm>
          <a:prstGeom prst="rect">
            <a:avLst/>
          </a:prstGeom>
        </p:spPr>
      </p:pic>
    </p:spTree>
    <p:extLst>
      <p:ext uri="{BB962C8B-B14F-4D97-AF65-F5344CB8AC3E}">
        <p14:creationId xmlns:p14="http://schemas.microsoft.com/office/powerpoint/2010/main" val="511142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E02A26-20BE-A868-1EF4-0D5B5AD7DAE4}"/>
              </a:ext>
            </a:extLst>
          </p:cNvPr>
          <p:cNvSpPr>
            <a:spLocks noGrp="1"/>
          </p:cNvSpPr>
          <p:nvPr>
            <p:ph type="ftr" sz="quarter" idx="11"/>
          </p:nvPr>
        </p:nvSpPr>
        <p:spPr/>
        <p:txBody>
          <a:bodyPr/>
          <a:lstStyle/>
          <a:p>
            <a:r>
              <a:rPr lang="en-US" dirty="0"/>
              <a:t>© 2026 Cognizant</a:t>
            </a:r>
          </a:p>
        </p:txBody>
      </p:sp>
      <p:sp>
        <p:nvSpPr>
          <p:cNvPr id="4" name="Slide Number Placeholder 3">
            <a:extLst>
              <a:ext uri="{FF2B5EF4-FFF2-40B4-BE49-F238E27FC236}">
                <a16:creationId xmlns:a16="http://schemas.microsoft.com/office/drawing/2014/main" id="{11C6582B-619F-8A2F-6721-73ADF2464C1F}"/>
              </a:ext>
            </a:extLst>
          </p:cNvPr>
          <p:cNvSpPr>
            <a:spLocks noGrp="1"/>
          </p:cNvSpPr>
          <p:nvPr>
            <p:ph type="sldNum" sz="quarter" idx="12"/>
          </p:nvPr>
        </p:nvSpPr>
        <p:spPr/>
        <p:txBody>
          <a:bodyPr/>
          <a:lstStyle/>
          <a:p>
            <a:fld id="{C53E075B-3175-45CF-B3C7-FEDF3F5961E3}" type="slidenum">
              <a:rPr lang="en-US" smtClean="0"/>
              <a:pPr/>
              <a:t>7</a:t>
            </a:fld>
            <a:endParaRPr lang="en-US"/>
          </a:p>
        </p:txBody>
      </p:sp>
      <p:sp>
        <p:nvSpPr>
          <p:cNvPr id="7" name="TextBox 6">
            <a:extLst>
              <a:ext uri="{FF2B5EF4-FFF2-40B4-BE49-F238E27FC236}">
                <a16:creationId xmlns:a16="http://schemas.microsoft.com/office/drawing/2014/main" id="{D4B0F437-5524-D309-E3B9-CCF6F9ABA881}"/>
              </a:ext>
            </a:extLst>
          </p:cNvPr>
          <p:cNvSpPr txBox="1"/>
          <p:nvPr/>
        </p:nvSpPr>
        <p:spPr>
          <a:xfrm>
            <a:off x="457199" y="2594094"/>
            <a:ext cx="6106160" cy="646331"/>
          </a:xfrm>
          <a:prstGeom prst="rect">
            <a:avLst/>
          </a:prstGeom>
          <a:noFill/>
        </p:spPr>
        <p:txBody>
          <a:bodyPr wrap="square">
            <a:spAutoFit/>
          </a:bodyPr>
          <a:lstStyle/>
          <a:p>
            <a:r>
              <a:rPr lang="en-US" dirty="0"/>
              <a:t>Source Code &amp; Project Repository: GitHub – </a:t>
            </a:r>
            <a:r>
              <a:rPr lang="en-US" dirty="0" err="1"/>
              <a:t>ClaimFlow</a:t>
            </a:r>
            <a:r>
              <a:rPr lang="en-US" dirty="0"/>
              <a:t> [</a:t>
            </a:r>
            <a:r>
              <a:rPr lang="en-US" dirty="0">
                <a:hlinkClick r:id="rId2"/>
              </a:rPr>
              <a:t>https://github.com/Shresth-Agarwal/ClaimFlow</a:t>
            </a:r>
            <a:r>
              <a:rPr lang="en-US" dirty="0"/>
              <a:t>]</a:t>
            </a:r>
            <a:endParaRPr lang="en-IN" dirty="0"/>
          </a:p>
        </p:txBody>
      </p:sp>
    </p:spTree>
    <p:extLst>
      <p:ext uri="{BB962C8B-B14F-4D97-AF65-F5344CB8AC3E}">
        <p14:creationId xmlns:p14="http://schemas.microsoft.com/office/powerpoint/2010/main" val="1692409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B9312-CD68-5C9C-0566-BC59C60854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43F6DC-034A-386C-85C3-E9BFF7BE1631}"/>
              </a:ext>
            </a:extLst>
          </p:cNvPr>
          <p:cNvSpPr>
            <a:spLocks noGrp="1"/>
          </p:cNvSpPr>
          <p:nvPr>
            <p:ph type="ctrTitle"/>
          </p:nvPr>
        </p:nvSpPr>
        <p:spPr>
          <a:xfrm>
            <a:off x="1042416" y="2365335"/>
            <a:ext cx="6053327" cy="923330"/>
          </a:xfrm>
        </p:spPr>
        <p:txBody>
          <a:bodyPr/>
          <a:lstStyle/>
          <a:p>
            <a:r>
              <a:rPr lang="en-US"/>
              <a:t>Thank you</a:t>
            </a:r>
          </a:p>
        </p:txBody>
      </p:sp>
      <p:sp>
        <p:nvSpPr>
          <p:cNvPr id="3" name="Footer Placeholder 2">
            <a:extLst>
              <a:ext uri="{FF2B5EF4-FFF2-40B4-BE49-F238E27FC236}">
                <a16:creationId xmlns:a16="http://schemas.microsoft.com/office/drawing/2014/main" id="{F00572D9-700A-7FEC-1F56-7C7C66759E95}"/>
              </a:ext>
            </a:extLst>
          </p:cNvPr>
          <p:cNvSpPr>
            <a:spLocks noGrp="1"/>
          </p:cNvSpPr>
          <p:nvPr>
            <p:ph type="ftr" sz="quarter" idx="11"/>
          </p:nvPr>
        </p:nvSpPr>
        <p:spPr/>
        <p:txBody>
          <a:bodyPr/>
          <a:lstStyle/>
          <a:p>
            <a:r>
              <a:rPr lang="en-US" dirty="0"/>
              <a:t>© 2026 Cognizant</a:t>
            </a:r>
          </a:p>
        </p:txBody>
      </p:sp>
      <p:sp>
        <p:nvSpPr>
          <p:cNvPr id="4" name="Slide Number Placeholder 3">
            <a:extLst>
              <a:ext uri="{FF2B5EF4-FFF2-40B4-BE49-F238E27FC236}">
                <a16:creationId xmlns:a16="http://schemas.microsoft.com/office/drawing/2014/main" id="{D51B3EE0-4971-0D8C-F534-22A0ECF9BDFE}"/>
              </a:ext>
            </a:extLst>
          </p:cNvPr>
          <p:cNvSpPr>
            <a:spLocks noGrp="1"/>
          </p:cNvSpPr>
          <p:nvPr>
            <p:ph type="sldNum" sz="quarter" idx="12"/>
          </p:nvPr>
        </p:nvSpPr>
        <p:spPr/>
        <p:txBody>
          <a:bodyPr/>
          <a:lstStyle/>
          <a:p>
            <a:fld id="{C53E075B-3175-45CF-B3C7-FEDF3F5961E3}" type="slidenum">
              <a:rPr lang="en-US" smtClean="0"/>
              <a:pPr/>
              <a:t>8</a:t>
            </a:fld>
            <a:endParaRPr lang="en-US"/>
          </a:p>
        </p:txBody>
      </p:sp>
    </p:spTree>
    <p:extLst>
      <p:ext uri="{BB962C8B-B14F-4D97-AF65-F5344CB8AC3E}">
        <p14:creationId xmlns:p14="http://schemas.microsoft.com/office/powerpoint/2010/main" val="414849008"/>
      </p:ext>
    </p:extLst>
  </p:cSld>
  <p:clrMapOvr>
    <a:masterClrMapping/>
  </p:clrMapOvr>
</p:sld>
</file>

<file path=ppt/theme/theme1.xml><?xml version="1.0" encoding="utf-8"?>
<a:theme xmlns:a="http://schemas.openxmlformats.org/drawingml/2006/main" name="1_Office Theme">
  <a:themeElements>
    <a:clrScheme name="Cognizant Colors">
      <a:dk1>
        <a:srgbClr val="000048"/>
      </a:dk1>
      <a:lt1>
        <a:srgbClr val="FFFFFF"/>
      </a:lt1>
      <a:dk2>
        <a:srgbClr val="000048"/>
      </a:dk2>
      <a:lt2>
        <a:srgbClr val="FFFFFF"/>
      </a:lt2>
      <a:accent1>
        <a:srgbClr val="000048"/>
      </a:accent1>
      <a:accent2>
        <a:srgbClr val="2E308E"/>
      </a:accent2>
      <a:accent3>
        <a:srgbClr val="2F78C4"/>
      </a:accent3>
      <a:accent4>
        <a:srgbClr val="92BBE6"/>
      </a:accent4>
      <a:accent5>
        <a:srgbClr val="06C7CC"/>
      </a:accent5>
      <a:accent6>
        <a:srgbClr val="000048"/>
      </a:accent6>
      <a:hlink>
        <a:srgbClr val="91B9E5"/>
      </a:hlink>
      <a:folHlink>
        <a:srgbClr val="2F78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1655602_MKTG_GBC_PPT-Main Template_062923_Final" id="{2379A8A4-C99D-DF46-9C1A-97F0019C8E83}" vid="{405A1980-278A-4F4F-ADCD-F119F604A48F}"/>
    </a:ext>
  </a:extLst>
</a:theme>
</file>

<file path=ppt/theme/theme2.xml><?xml version="1.0" encoding="utf-8"?>
<a:theme xmlns:a="http://schemas.openxmlformats.org/drawingml/2006/main" name="2_Office Theme">
  <a:themeElements>
    <a:clrScheme name="Cognizant Colors">
      <a:dk1>
        <a:srgbClr val="000048"/>
      </a:dk1>
      <a:lt1>
        <a:srgbClr val="FFFFFF"/>
      </a:lt1>
      <a:dk2>
        <a:srgbClr val="000048"/>
      </a:dk2>
      <a:lt2>
        <a:srgbClr val="FFFFFF"/>
      </a:lt2>
      <a:accent1>
        <a:srgbClr val="000048"/>
      </a:accent1>
      <a:accent2>
        <a:srgbClr val="2E308E"/>
      </a:accent2>
      <a:accent3>
        <a:srgbClr val="2F78C4"/>
      </a:accent3>
      <a:accent4>
        <a:srgbClr val="92BBE6"/>
      </a:accent4>
      <a:accent5>
        <a:srgbClr val="06C7CC"/>
      </a:accent5>
      <a:accent6>
        <a:srgbClr val="000048"/>
      </a:accent6>
      <a:hlink>
        <a:srgbClr val="91B9E5"/>
      </a:hlink>
      <a:folHlink>
        <a:srgbClr val="2F78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1655602_MKTG_GBC_PPT-Main Template_062923_Final" id="{2379A8A4-C99D-DF46-9C1A-97F0019C8E83}" vid="{405A1980-278A-4F4F-ADCD-F119F604A48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0E60DD53B08764D9FBA21DBED3214CC" ma:contentTypeVersion="22" ma:contentTypeDescription="Create a new document." ma:contentTypeScope="" ma:versionID="3dd4086fc227d84930da0763be3e0042">
  <xsd:schema xmlns:xsd="http://www.w3.org/2001/XMLSchema" xmlns:xs="http://www.w3.org/2001/XMLSchema" xmlns:p="http://schemas.microsoft.com/office/2006/metadata/properties" xmlns:ns2="0a84972d-ef8c-45a9-9686-55cfd8231be0" xmlns:ns3="1eec79b3-321e-4dfa-8d23-6bc73fc62350" xmlns:ns4="3c35e321-f73a-4dae-ae38-a0459de24735" targetNamespace="http://schemas.microsoft.com/office/2006/metadata/properties" ma:root="true" ma:fieldsID="d8be992cee903fad960eda9f235136ae" ns2:_="" ns3:_="" ns4:_="">
    <xsd:import namespace="0a84972d-ef8c-45a9-9686-55cfd8231be0"/>
    <xsd:import namespace="1eec79b3-321e-4dfa-8d23-6bc73fc62350"/>
    <xsd:import namespace="3c35e321-f73a-4dae-ae38-a0459de2473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LengthInSecond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lcf76f155ced4ddcb4097134ff3c332f" minOccurs="0"/>
                <xsd:element ref="ns4:TaxCatchAll" minOccurs="0"/>
                <xsd:element ref="ns2:_Flow_SignoffStatus" minOccurs="0"/>
                <xsd:element ref="ns2:MediaServiceObjectDetectorVersions" minOccurs="0"/>
                <xsd:element ref="ns2:MediaServiceSearchProperties" minOccurs="0"/>
                <xsd:element ref="ns2:Source" minOccurs="0"/>
                <xsd:element ref="ns2:MediaServiceBillingMetadata" minOccurs="0"/>
                <xsd:element ref="ns2:M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84972d-ef8c-45a9-9686-55cfd8231be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_Flow_SignoffStatus" ma:index="24" nillable="true" ma:displayName="Sign-off status" ma:internalName="Sign_x002d_off_x0020_status">
      <xsd:simpleType>
        <xsd:restriction base="dms:Text"/>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Source" ma:index="27" nillable="true" ma:displayName="Source" ma:format="Dropdown" ma:internalName="Source">
      <xsd:simpleType>
        <xsd:restriction base="dms:Text">
          <xsd:maxLength value="255"/>
        </xsd:restriction>
      </xsd:simpleType>
    </xsd:element>
    <xsd:element name="MediaServiceBillingMetadata" ma:index="28" nillable="true" ma:displayName="MediaServiceBillingMetadata" ma:hidden="true" ma:internalName="MediaServiceBillingMetadata" ma:readOnly="true">
      <xsd:simpleType>
        <xsd:restriction base="dms:Note"/>
      </xsd:simpleType>
    </xsd:element>
    <xsd:element name="MM" ma:index="29" nillable="true" ma:displayName="MM" ma:format="DateOnly" ma:internalName="MM">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eec79b3-321e-4dfa-8d23-6bc73fc6235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c35e321-f73a-4dae-ae38-a0459de24735"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4a3e1da5-f246-4675-b38f-a7f514a07e2f}" ma:internalName="TaxCatchAll" ma:showField="CatchAllData" ma:web="1eec79b3-321e-4dfa-8d23-6bc73fc6235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ource xmlns="0a84972d-ef8c-45a9-9686-55cfd8231be0" xsi:nil="true"/>
    <MM xmlns="0a84972d-ef8c-45a9-9686-55cfd8231be0" xsi:nil="true"/>
    <_Flow_SignoffStatus xmlns="0a84972d-ef8c-45a9-9686-55cfd8231be0" xsi:nil="true"/>
    <lcf76f155ced4ddcb4097134ff3c332f xmlns="0a84972d-ef8c-45a9-9686-55cfd8231be0">
      <Terms xmlns="http://schemas.microsoft.com/office/infopath/2007/PartnerControls"/>
    </lcf76f155ced4ddcb4097134ff3c332f>
    <TaxCatchAll xmlns="3c35e321-f73a-4dae-ae38-a0459de24735" xsi:nil="true"/>
  </documentManagement>
</p:properties>
</file>

<file path=customXml/itemProps1.xml><?xml version="1.0" encoding="utf-8"?>
<ds:datastoreItem xmlns:ds="http://schemas.openxmlformats.org/officeDocument/2006/customXml" ds:itemID="{DB24D5D3-2BE3-4278-95F2-2A2616C3DA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84972d-ef8c-45a9-9686-55cfd8231be0"/>
    <ds:schemaRef ds:uri="1eec79b3-321e-4dfa-8d23-6bc73fc62350"/>
    <ds:schemaRef ds:uri="3c35e321-f73a-4dae-ae38-a0459de247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E3E83F0-6E45-4BB2-99A3-73A594F63EE7}">
  <ds:schemaRefs>
    <ds:schemaRef ds:uri="http://schemas.microsoft.com/sharepoint/v3/contenttype/forms"/>
  </ds:schemaRefs>
</ds:datastoreItem>
</file>

<file path=customXml/itemProps3.xml><?xml version="1.0" encoding="utf-8"?>
<ds:datastoreItem xmlns:ds="http://schemas.openxmlformats.org/officeDocument/2006/customXml" ds:itemID="{911035EC-6D18-44A4-BB42-C9DEBF2D5983}">
  <ds:schemaRefs>
    <ds:schemaRef ds:uri="http://schemas.microsoft.com/office/2006/metadata/properties"/>
    <ds:schemaRef ds:uri="http://purl.org/dc/dcmitype/"/>
    <ds:schemaRef ds:uri="http://schemas.microsoft.com/office/infopath/2007/PartnerControls"/>
    <ds:schemaRef ds:uri="http://purl.org/dc/elements/1.1/"/>
    <ds:schemaRef ds:uri="http://www.w3.org/XML/1998/namespace"/>
    <ds:schemaRef ds:uri="http://schemas.microsoft.com/office/2006/documentManagement/types"/>
    <ds:schemaRef ds:uri="13f2c8c6-9aca-4830-85ce-a55535ee011e"/>
    <ds:schemaRef ds:uri="http://purl.org/dc/terms/"/>
    <ds:schemaRef ds:uri="http://schemas.openxmlformats.org/package/2006/metadata/core-properties"/>
    <ds:schemaRef ds:uri="0a84972d-ef8c-45a9-9686-55cfd8231be0"/>
    <ds:schemaRef ds:uri="3c35e321-f73a-4dae-ae38-a0459de24735"/>
  </ds:schemaRefs>
</ds:datastoreItem>
</file>

<file path=docMetadata/LabelInfo.xml><?xml version="1.0" encoding="utf-8"?>
<clbl:labelList xmlns:clbl="http://schemas.microsoft.com/office/2020/mipLabelMetadata">
  <clbl:label id="{de08c407-19b9-427d-9fe8-edf254300ca7}" enabled="0" method="" siteId="{de08c407-19b9-427d-9fe8-edf254300ca7}" removed="1"/>
</clbl:labelList>
</file>

<file path=docProps/app.xml><?xml version="1.0" encoding="utf-8"?>
<Properties xmlns="http://schemas.openxmlformats.org/officeDocument/2006/extended-properties" xmlns:vt="http://schemas.openxmlformats.org/officeDocument/2006/docPropsVTypes">
  <Template/>
  <TotalTime>7218</TotalTime>
  <Words>761</Words>
  <Application>Microsoft Office PowerPoint</Application>
  <PresentationFormat>Widescreen</PresentationFormat>
  <Paragraphs>92</Paragraphs>
  <Slides>8</Slides>
  <Notes>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8</vt:i4>
      </vt:variant>
    </vt:vector>
  </HeadingPairs>
  <TitlesOfParts>
    <vt:vector size="13" baseType="lpstr">
      <vt:lpstr>Arial</vt:lpstr>
      <vt:lpstr>Calibri</vt:lpstr>
      <vt:lpstr>Cambria</vt:lpstr>
      <vt:lpstr>1_Office Theme</vt:lpstr>
      <vt:lpstr>2_Office Theme</vt:lpstr>
      <vt:lpstr>MVP Presentation — Team Akira</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Bluebolt Excellence Awards 2025 FAQ Document</dc:title>
  <dc:subject/>
  <cp:keywords/>
  <dc:description/>
  <cp:lastModifiedBy>Srikanth M</cp:lastModifiedBy>
  <cp:revision>2</cp:revision>
  <dcterms:created xsi:type="dcterms:W3CDTF">2022-04-01T05:31:57Z</dcterms:created>
  <dcterms:modified xsi:type="dcterms:W3CDTF">2026-05-07T03:40:32Z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Rejected By">
    <vt:lpwstr/>
  </property>
  <property fmtid="{D5CDD505-2E9C-101B-9397-08002B2CF9AE}" pid="4" name="Will our competitors be interested in acquiring the information shared in this document?">
    <vt:lpwstr>Little or no chance</vt:lpwstr>
  </property>
  <property fmtid="{D5CDD505-2E9C-101B-9397-08002B2CF9AE}" pid="5" name="Criticality">
    <vt:lpwstr>C3</vt:lpwstr>
  </property>
  <property fmtid="{D5CDD505-2E9C-101B-9397-08002B2CF9AE}" pid="6" name="Last Updated By">
    <vt:lpwstr>717;#717</vt:lpwstr>
  </property>
  <property fmtid="{D5CDD505-2E9C-101B-9397-08002B2CF9AE}" pid="7" name="ContentTypeId">
    <vt:lpwstr>0x010100C0E60DD53B08764D9FBA21DBED3214CC</vt:lpwstr>
  </property>
  <property fmtid="{D5CDD505-2E9C-101B-9397-08002B2CF9AE}" pid="8" name="PreviousFeatured">
    <vt:lpwstr>Approved-False</vt:lpwstr>
  </property>
  <property fmtid="{D5CDD505-2E9C-101B-9397-08002B2CF9AE}" pid="9" name="Approved Date">
    <vt:filetime>2025-12-22T13:28:00Z</vt:filetime>
  </property>
  <property fmtid="{D5CDD505-2E9C-101B-9397-08002B2CF9AE}" pid="10" name="Approved By">
    <vt:lpwstr>717;#717</vt:lpwstr>
  </property>
</Properties>
</file>